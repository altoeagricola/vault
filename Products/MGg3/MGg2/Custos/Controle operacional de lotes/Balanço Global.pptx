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93" r:id="rId1"/>
    <p:sldMasterId id="2147483790" r:id="rId2"/>
  </p:sldMasterIdLst>
  <p:notesMasterIdLst>
    <p:notesMasterId r:id="rId47"/>
  </p:notesMasterIdLst>
  <p:handoutMasterIdLst>
    <p:handoutMasterId r:id="rId48"/>
  </p:handoutMasterIdLst>
  <p:sldIdLst>
    <p:sldId id="2942" r:id="rId3"/>
    <p:sldId id="2922" r:id="rId4"/>
    <p:sldId id="2952" r:id="rId5"/>
    <p:sldId id="2943" r:id="rId6"/>
    <p:sldId id="2951" r:id="rId7"/>
    <p:sldId id="2945" r:id="rId8"/>
    <p:sldId id="2933" r:id="rId9"/>
    <p:sldId id="2946" r:id="rId10"/>
    <p:sldId id="2934" r:id="rId11"/>
    <p:sldId id="2947" r:id="rId12"/>
    <p:sldId id="2949" r:id="rId13"/>
    <p:sldId id="2948" r:id="rId14"/>
    <p:sldId id="2950" r:id="rId15"/>
    <p:sldId id="2960" r:id="rId16"/>
    <p:sldId id="2953" r:id="rId17"/>
    <p:sldId id="2955" r:id="rId18"/>
    <p:sldId id="2956" r:id="rId19"/>
    <p:sldId id="2957" r:id="rId20"/>
    <p:sldId id="2958" r:id="rId21"/>
    <p:sldId id="2959" r:id="rId22"/>
    <p:sldId id="2961" r:id="rId23"/>
    <p:sldId id="2962" r:id="rId24"/>
    <p:sldId id="2963" r:id="rId25"/>
    <p:sldId id="2964" r:id="rId26"/>
    <p:sldId id="2965" r:id="rId27"/>
    <p:sldId id="2966" r:id="rId28"/>
    <p:sldId id="2967" r:id="rId29"/>
    <p:sldId id="2968" r:id="rId30"/>
    <p:sldId id="2969" r:id="rId31"/>
    <p:sldId id="2970" r:id="rId32"/>
    <p:sldId id="2971" r:id="rId33"/>
    <p:sldId id="2972" r:id="rId34"/>
    <p:sldId id="2973" r:id="rId35"/>
    <p:sldId id="2974" r:id="rId36"/>
    <p:sldId id="2975" r:id="rId37"/>
    <p:sldId id="2976" r:id="rId38"/>
    <p:sldId id="2977" r:id="rId39"/>
    <p:sldId id="2978" r:id="rId40"/>
    <p:sldId id="2979" r:id="rId41"/>
    <p:sldId id="2980" r:id="rId42"/>
    <p:sldId id="2981" r:id="rId43"/>
    <p:sldId id="2982" r:id="rId44"/>
    <p:sldId id="2983" r:id="rId45"/>
    <p:sldId id="2984" r:id="rId46"/>
  </p:sldIdLst>
  <p:sldSz cx="20104100" cy="11315700"/>
  <p:notesSz cx="20104100" cy="11315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609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Pacheco Chaves" initials="LPC" lastIdx="1" clrIdx="0">
    <p:extLst>
      <p:ext uri="{19B8F6BF-5375-455C-9EA6-DF929625EA0E}">
        <p15:presenceInfo xmlns="" xmlns:p15="http://schemas.microsoft.com/office/powerpoint/2012/main" userId="Lucas Pacheco Chav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5AAF82"/>
    <a:srgbClr val="FFFF00"/>
    <a:srgbClr val="784078"/>
    <a:srgbClr val="865486"/>
    <a:srgbClr val="444C4E"/>
    <a:srgbClr val="FFE599"/>
    <a:srgbClr val="035E6A"/>
    <a:srgbClr val="00919B"/>
    <a:srgbClr val="00B050"/>
    <a:srgbClr val="461D4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6331F0-BE6E-4CB2-87D0-93886EB13207}">
  <a:tblStyle styleId="{366331F0-BE6E-4CB2-87D0-93886EB1320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E718B71-E8BB-4507-BC0A-5D8D754D98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9853" autoAdjust="0"/>
    <p:restoredTop sz="94343" autoAdjust="0"/>
  </p:normalViewPr>
  <p:slideViewPr>
    <p:cSldViewPr snapToGrid="0">
      <p:cViewPr varScale="1">
        <p:scale>
          <a:sx n="41" d="100"/>
          <a:sy n="41" d="100"/>
        </p:scale>
        <p:origin x="-1062" y="-132"/>
      </p:cViewPr>
      <p:guideLst>
        <p:guide orient="horz" pos="3609"/>
        <p:guide pos="6332"/>
      </p:guideLst>
    </p:cSldViewPr>
  </p:slideViewPr>
  <p:outlineViewPr>
    <p:cViewPr>
      <p:scale>
        <a:sx n="33" d="100"/>
        <a:sy n="33" d="100"/>
      </p:scale>
      <p:origin x="0" y="-10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86"/>
    </p:cViewPr>
  </p:sorterViewPr>
  <p:notesViewPr>
    <p:cSldViewPr snapToGrid="0">
      <p:cViewPr varScale="1">
        <p:scale>
          <a:sx n="44" d="100"/>
          <a:sy n="44" d="100"/>
        </p:scale>
        <p:origin x="1278" y="7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A4F55-54B3-4492-BA34-70D085BBA466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B83F7-BC4A-4966-9009-67C087144E2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6895571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659563" y="1414463"/>
            <a:ext cx="6784975" cy="38195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2009775" y="5445125"/>
            <a:ext cx="16084549" cy="445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1074896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591442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766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2834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3146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9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21430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11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794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13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4076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16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18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20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22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24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26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28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30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32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34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35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36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37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38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39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40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41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42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43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44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076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 userDrawn="1"/>
        </p:nvGrpSpPr>
        <p:grpSpPr>
          <a:xfrm>
            <a:off x="0" y="0"/>
            <a:ext cx="20104100" cy="11315700"/>
            <a:chOff x="-1" y="-1"/>
            <a:chExt cx="7564833" cy="10776752"/>
          </a:xfrm>
        </p:grpSpPr>
        <p:grpSp>
          <p:nvGrpSpPr>
            <p:cNvPr id="4" name="Agrupar 3"/>
            <p:cNvGrpSpPr/>
            <p:nvPr userDrawn="1"/>
          </p:nvGrpSpPr>
          <p:grpSpPr>
            <a:xfrm>
              <a:off x="2" y="-1"/>
              <a:ext cx="7564830" cy="10776752"/>
              <a:chOff x="2" y="-1"/>
              <a:chExt cx="7564830" cy="10776752"/>
            </a:xfrm>
          </p:grpSpPr>
          <p:sp>
            <p:nvSpPr>
              <p:cNvPr id="10" name="Retângulo 9"/>
              <p:cNvSpPr/>
              <p:nvPr userDrawn="1"/>
            </p:nvSpPr>
            <p:spPr>
              <a:xfrm>
                <a:off x="2" y="-1"/>
                <a:ext cx="7564830" cy="10776752"/>
              </a:xfrm>
              <a:prstGeom prst="rect">
                <a:avLst/>
              </a:prstGeom>
              <a:solidFill>
                <a:srgbClr val="383D5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pt-BR"/>
              </a:p>
            </p:txBody>
          </p:sp>
          <p:sp>
            <p:nvSpPr>
              <p:cNvPr id="11" name="Triângulo Retângulo 10"/>
              <p:cNvSpPr/>
              <p:nvPr userDrawn="1"/>
            </p:nvSpPr>
            <p:spPr>
              <a:xfrm flipV="1">
                <a:off x="3" y="1873207"/>
                <a:ext cx="7559675" cy="3478110"/>
              </a:xfrm>
              <a:prstGeom prst="rtTriangle">
                <a:avLst/>
              </a:prstGeom>
              <a:solidFill>
                <a:srgbClr val="00919C"/>
              </a:solidFill>
              <a:ln>
                <a:solidFill>
                  <a:srgbClr val="009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pt-BR"/>
              </a:p>
            </p:txBody>
          </p:sp>
        </p:grpSp>
        <p:sp>
          <p:nvSpPr>
            <p:cNvPr id="5" name="Retângulo 4"/>
            <p:cNvSpPr/>
            <p:nvPr userDrawn="1"/>
          </p:nvSpPr>
          <p:spPr>
            <a:xfrm>
              <a:off x="3" y="2"/>
              <a:ext cx="7564829" cy="1873205"/>
            </a:xfrm>
            <a:prstGeom prst="rect">
              <a:avLst/>
            </a:prstGeom>
            <a:solidFill>
              <a:srgbClr val="00919C"/>
            </a:solidFill>
            <a:ln>
              <a:solidFill>
                <a:srgbClr val="009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6" name="Retângulo 5"/>
            <p:cNvSpPr/>
            <p:nvPr userDrawn="1"/>
          </p:nvSpPr>
          <p:spPr>
            <a:xfrm>
              <a:off x="-1" y="5348566"/>
              <a:ext cx="1739007" cy="5394413"/>
            </a:xfrm>
            <a:prstGeom prst="rect">
              <a:avLst/>
            </a:prstGeom>
            <a:solidFill>
              <a:srgbClr val="784078"/>
            </a:solidFill>
            <a:ln>
              <a:solidFill>
                <a:srgbClr val="7840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7" name="Triângulo Retângulo 6"/>
            <p:cNvSpPr/>
            <p:nvPr userDrawn="1"/>
          </p:nvSpPr>
          <p:spPr>
            <a:xfrm flipV="1">
              <a:off x="0" y="4757175"/>
              <a:ext cx="1739006" cy="598192"/>
            </a:xfrm>
            <a:prstGeom prst="rtTriangle">
              <a:avLst/>
            </a:prstGeom>
            <a:solidFill>
              <a:srgbClr val="8CC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8" name="Retângulo 7"/>
            <p:cNvSpPr/>
            <p:nvPr userDrawn="1"/>
          </p:nvSpPr>
          <p:spPr>
            <a:xfrm>
              <a:off x="0" y="0"/>
              <a:ext cx="1739006" cy="4757176"/>
            </a:xfrm>
            <a:prstGeom prst="rect">
              <a:avLst/>
            </a:prstGeom>
            <a:solidFill>
              <a:srgbClr val="8CCCB0"/>
            </a:solidFill>
            <a:ln>
              <a:solidFill>
                <a:srgbClr val="8CCC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9" name="Triângulo Retângulo 8"/>
            <p:cNvSpPr/>
            <p:nvPr userDrawn="1"/>
          </p:nvSpPr>
          <p:spPr>
            <a:xfrm rot="10800000" flipV="1">
              <a:off x="-1" y="4574346"/>
              <a:ext cx="1739004" cy="792794"/>
            </a:xfrm>
            <a:prstGeom prst="rtTriangle">
              <a:avLst/>
            </a:prstGeom>
            <a:solidFill>
              <a:srgbClr val="784078"/>
            </a:solidFill>
            <a:ln>
              <a:solidFill>
                <a:srgbClr val="7840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</p:grpSp>
      <p:sp>
        <p:nvSpPr>
          <p:cNvPr id="12" name="Rectangle 14"/>
          <p:cNvSpPr>
            <a:spLocks noChangeArrowheads="1"/>
          </p:cNvSpPr>
          <p:nvPr userDrawn="1"/>
        </p:nvSpPr>
        <p:spPr bwMode="auto">
          <a:xfrm>
            <a:off x="0" y="0"/>
            <a:ext cx="20104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99829" tIns="899829" rIns="899829" bIns="647496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3" name="Rectangle 15"/>
          <p:cNvSpPr>
            <a:spLocks noChangeArrowheads="1"/>
          </p:cNvSpPr>
          <p:nvPr userDrawn="1"/>
        </p:nvSpPr>
        <p:spPr bwMode="auto">
          <a:xfrm>
            <a:off x="0" y="45720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pt-PT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pt-BR" altLang="pt-BR" sz="11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="" xmlns:a16="http://schemas.microsoft.com/office/drawing/2014/main" id="{A1A8EB82-77DE-4EB4-97F6-BBE7FC91A6A5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119" y="9623977"/>
            <a:ext cx="1973704" cy="933960"/>
          </a:xfrm>
          <a:prstGeom prst="rect">
            <a:avLst/>
          </a:prstGeom>
        </p:spPr>
      </p:pic>
      <p:pic>
        <p:nvPicPr>
          <p:cNvPr id="20" name="Imagem 19" descr="ufmg_logo_negativa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404" y="9718320"/>
            <a:ext cx="2194795" cy="745274"/>
          </a:xfrm>
          <a:prstGeom prst="rect">
            <a:avLst/>
          </a:prstGeom>
          <a:noFill/>
        </p:spPr>
      </p:pic>
      <p:sp>
        <p:nvSpPr>
          <p:cNvPr id="22" name="Caixa de Texto 2"/>
          <p:cNvSpPr txBox="1">
            <a:spLocks noChangeArrowheads="1"/>
          </p:cNvSpPr>
          <p:nvPr userDrawn="1"/>
        </p:nvSpPr>
        <p:spPr bwMode="auto">
          <a:xfrm>
            <a:off x="6904348" y="5219332"/>
            <a:ext cx="11696905" cy="1476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pt-PT" sz="1600" b="1" kern="1200" dirty="0">
                <a:solidFill>
                  <a:srgbClr val="FFFFFF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100" dirty="0"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</a:pPr>
            <a:r>
              <a:rPr lang="pt-BR" sz="4400" b="1" kern="1200" dirty="0">
                <a:solidFill>
                  <a:srgbClr val="FFFFFF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RELATÓRIO TRIMESTRAL DE ATIVIDADES</a:t>
            </a:r>
            <a:endParaRPr lang="pt-BR" sz="2400" dirty="0"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pt-PT" sz="2600" b="1" kern="1200" dirty="0">
                <a:solidFill>
                  <a:srgbClr val="FFFFFF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100" dirty="0"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 userDrawn="1"/>
        </p:nvPicPr>
        <p:blipFill rotWithShape="1">
          <a:blip r:embed="rId4"/>
          <a:srcRect r="1294" b="-235"/>
          <a:stretch/>
        </p:blipFill>
        <p:spPr>
          <a:xfrm>
            <a:off x="14764213" y="602745"/>
            <a:ext cx="3568391" cy="106993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="" xmlns:a16="http://schemas.microsoft.com/office/drawing/2014/main" id="{30FE23E4-7B99-4EAB-9A25-7FE07F56E33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1780" y="9623977"/>
            <a:ext cx="3175945" cy="68899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5945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itle" preserve="1">
  <p:cSld name="Blue Title">
    <p:spTree>
      <p:nvGrpSpPr>
        <p:cNvPr id="1" name="Shape 5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8" name="Shape 5338"/>
          <p:cNvSpPr/>
          <p:nvPr/>
        </p:nvSpPr>
        <p:spPr>
          <a:xfrm>
            <a:off x="-95486" y="-50139"/>
            <a:ext cx="20295073" cy="114159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78407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Shape 5339"/>
          <p:cNvSpPr/>
          <p:nvPr/>
        </p:nvSpPr>
        <p:spPr>
          <a:xfrm>
            <a:off x="2261711" y="73191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784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0" name="Shape 5340"/>
          <p:cNvSpPr txBox="1">
            <a:spLocks noGrp="1"/>
          </p:cNvSpPr>
          <p:nvPr>
            <p:ph type="title"/>
          </p:nvPr>
        </p:nvSpPr>
        <p:spPr>
          <a:xfrm>
            <a:off x="2261711" y="6191250"/>
            <a:ext cx="16473485" cy="6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341" name="Shape 5341"/>
          <p:cNvSpPr txBox="1">
            <a:spLocks noGrp="1"/>
          </p:cNvSpPr>
          <p:nvPr>
            <p:ph type="body" idx="1"/>
          </p:nvPr>
        </p:nvSpPr>
        <p:spPr>
          <a:xfrm>
            <a:off x="2261710" y="7791450"/>
            <a:ext cx="164771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5339"/>
          <p:cNvSpPr/>
          <p:nvPr userDrawn="1"/>
        </p:nvSpPr>
        <p:spPr>
          <a:xfrm>
            <a:off x="2414111" y="74715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59AC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362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itle" preserve="1">
  <p:cSld name="1_Blue Title">
    <p:spTree>
      <p:nvGrpSpPr>
        <p:cNvPr id="1" name="Shape 5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8" name="Shape 5338"/>
          <p:cNvSpPr/>
          <p:nvPr/>
        </p:nvSpPr>
        <p:spPr>
          <a:xfrm>
            <a:off x="-95486" y="-50139"/>
            <a:ext cx="20295073" cy="114159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0091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Shape 5339"/>
          <p:cNvSpPr/>
          <p:nvPr/>
        </p:nvSpPr>
        <p:spPr>
          <a:xfrm>
            <a:off x="2261711" y="73191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784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0" name="Shape 5340"/>
          <p:cNvSpPr txBox="1">
            <a:spLocks noGrp="1"/>
          </p:cNvSpPr>
          <p:nvPr>
            <p:ph type="title"/>
          </p:nvPr>
        </p:nvSpPr>
        <p:spPr>
          <a:xfrm>
            <a:off x="2261711" y="6191250"/>
            <a:ext cx="16473485" cy="6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41" name="Shape 5341"/>
          <p:cNvSpPr txBox="1">
            <a:spLocks noGrp="1"/>
          </p:cNvSpPr>
          <p:nvPr>
            <p:ph type="body" idx="1"/>
          </p:nvPr>
        </p:nvSpPr>
        <p:spPr>
          <a:xfrm>
            <a:off x="2261710" y="7791450"/>
            <a:ext cx="164771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73273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Text 1 Column" userDrawn="1">
  <p:cSld name="Green Text 1 Column"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CaixaDeTexto 1129"/>
          <p:cNvSpPr txBox="1"/>
          <p:nvPr userDrawn="1"/>
        </p:nvSpPr>
        <p:spPr>
          <a:xfrm>
            <a:off x="1150069" y="10044259"/>
            <a:ext cx="2620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rPr>
              <a:t>MGgrafeno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rPr>
              <a:t> 2.0</a:t>
            </a:r>
          </a:p>
        </p:txBody>
      </p:sp>
      <p:sp>
        <p:nvSpPr>
          <p:cNvPr id="1131" name="object 6"/>
          <p:cNvSpPr/>
          <p:nvPr userDrawn="1"/>
        </p:nvSpPr>
        <p:spPr>
          <a:xfrm>
            <a:off x="37624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2" name="object 7"/>
          <p:cNvSpPr/>
          <p:nvPr userDrawn="1"/>
        </p:nvSpPr>
        <p:spPr>
          <a:xfrm>
            <a:off x="415565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3" name="object 8"/>
          <p:cNvSpPr/>
          <p:nvPr userDrawn="1"/>
        </p:nvSpPr>
        <p:spPr>
          <a:xfrm>
            <a:off x="454882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4" name="object 9"/>
          <p:cNvSpPr/>
          <p:nvPr userDrawn="1"/>
        </p:nvSpPr>
        <p:spPr>
          <a:xfrm>
            <a:off x="494198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5" name="object 10"/>
          <p:cNvSpPr/>
          <p:nvPr userDrawn="1"/>
        </p:nvSpPr>
        <p:spPr>
          <a:xfrm>
            <a:off x="533516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6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7" name="object 13"/>
          <p:cNvSpPr/>
          <p:nvPr userDrawn="1"/>
        </p:nvSpPr>
        <p:spPr>
          <a:xfrm>
            <a:off x="395305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8" name="object 14"/>
          <p:cNvSpPr/>
          <p:nvPr userDrawn="1"/>
        </p:nvSpPr>
        <p:spPr>
          <a:xfrm>
            <a:off x="43453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9" name="object 15"/>
          <p:cNvSpPr/>
          <p:nvPr userDrawn="1"/>
        </p:nvSpPr>
        <p:spPr>
          <a:xfrm>
            <a:off x="47375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0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1" name="object 17"/>
          <p:cNvSpPr/>
          <p:nvPr userDrawn="1"/>
        </p:nvSpPr>
        <p:spPr>
          <a:xfrm>
            <a:off x="55220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2" name="object 18"/>
          <p:cNvSpPr/>
          <p:nvPr userDrawn="1"/>
        </p:nvSpPr>
        <p:spPr>
          <a:xfrm>
            <a:off x="120733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3" name="object 19"/>
          <p:cNvSpPr/>
          <p:nvPr userDrawn="1"/>
        </p:nvSpPr>
        <p:spPr>
          <a:xfrm>
            <a:off x="159958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4" name="object 20"/>
          <p:cNvSpPr/>
          <p:nvPr userDrawn="1"/>
        </p:nvSpPr>
        <p:spPr>
          <a:xfrm>
            <a:off x="199183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5" name="object 21"/>
          <p:cNvSpPr/>
          <p:nvPr userDrawn="1"/>
        </p:nvSpPr>
        <p:spPr>
          <a:xfrm>
            <a:off x="23840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6" name="object 22"/>
          <p:cNvSpPr/>
          <p:nvPr userDrawn="1"/>
        </p:nvSpPr>
        <p:spPr>
          <a:xfrm>
            <a:off x="27763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7" name="object 23"/>
          <p:cNvSpPr/>
          <p:nvPr userDrawn="1"/>
        </p:nvSpPr>
        <p:spPr>
          <a:xfrm>
            <a:off x="316857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8" name="object 24"/>
          <p:cNvSpPr/>
          <p:nvPr userDrawn="1"/>
        </p:nvSpPr>
        <p:spPr>
          <a:xfrm>
            <a:off x="356081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9" name="object 25"/>
          <p:cNvSpPr/>
          <p:nvPr userDrawn="1"/>
        </p:nvSpPr>
        <p:spPr>
          <a:xfrm>
            <a:off x="395305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0" name="object 26"/>
          <p:cNvSpPr/>
          <p:nvPr userDrawn="1"/>
        </p:nvSpPr>
        <p:spPr>
          <a:xfrm>
            <a:off x="434529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1" name="object 27"/>
          <p:cNvSpPr/>
          <p:nvPr userDrawn="1"/>
        </p:nvSpPr>
        <p:spPr>
          <a:xfrm>
            <a:off x="473754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2" name="object 28"/>
          <p:cNvSpPr/>
          <p:nvPr userDrawn="1"/>
        </p:nvSpPr>
        <p:spPr>
          <a:xfrm>
            <a:off x="5129791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3" name="object 29"/>
          <p:cNvSpPr/>
          <p:nvPr userDrawn="1"/>
        </p:nvSpPr>
        <p:spPr>
          <a:xfrm>
            <a:off x="55220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4" name="object 30"/>
          <p:cNvSpPr/>
          <p:nvPr userDrawn="1"/>
        </p:nvSpPr>
        <p:spPr>
          <a:xfrm>
            <a:off x="120734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5" name="object 31"/>
          <p:cNvSpPr/>
          <p:nvPr userDrawn="1"/>
        </p:nvSpPr>
        <p:spPr>
          <a:xfrm>
            <a:off x="15995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6" name="object 32"/>
          <p:cNvSpPr/>
          <p:nvPr userDrawn="1"/>
        </p:nvSpPr>
        <p:spPr>
          <a:xfrm>
            <a:off x="1991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7" name="object 33"/>
          <p:cNvSpPr/>
          <p:nvPr userDrawn="1"/>
        </p:nvSpPr>
        <p:spPr>
          <a:xfrm>
            <a:off x="23840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8" name="object 34"/>
          <p:cNvSpPr/>
          <p:nvPr userDrawn="1"/>
        </p:nvSpPr>
        <p:spPr>
          <a:xfrm>
            <a:off x="27763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9" name="object 35"/>
          <p:cNvSpPr/>
          <p:nvPr userDrawn="1"/>
        </p:nvSpPr>
        <p:spPr>
          <a:xfrm>
            <a:off x="316857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0" name="object 36"/>
          <p:cNvSpPr/>
          <p:nvPr userDrawn="1"/>
        </p:nvSpPr>
        <p:spPr>
          <a:xfrm>
            <a:off x="35608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1" name="object 37"/>
          <p:cNvSpPr/>
          <p:nvPr userDrawn="1"/>
        </p:nvSpPr>
        <p:spPr>
          <a:xfrm>
            <a:off x="395305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2" name="object 38"/>
          <p:cNvSpPr/>
          <p:nvPr userDrawn="1"/>
        </p:nvSpPr>
        <p:spPr>
          <a:xfrm>
            <a:off x="434530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3" name="object 39"/>
          <p:cNvSpPr/>
          <p:nvPr userDrawn="1"/>
        </p:nvSpPr>
        <p:spPr>
          <a:xfrm>
            <a:off x="47375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4" name="object 40"/>
          <p:cNvSpPr/>
          <p:nvPr userDrawn="1"/>
        </p:nvSpPr>
        <p:spPr>
          <a:xfrm>
            <a:off x="512979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5" name="object 41"/>
          <p:cNvSpPr/>
          <p:nvPr userDrawn="1"/>
        </p:nvSpPr>
        <p:spPr>
          <a:xfrm>
            <a:off x="55220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6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7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8" name="object 44"/>
          <p:cNvSpPr/>
          <p:nvPr userDrawn="1"/>
        </p:nvSpPr>
        <p:spPr>
          <a:xfrm>
            <a:off x="218980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9" name="object 45"/>
          <p:cNvSpPr/>
          <p:nvPr userDrawn="1"/>
        </p:nvSpPr>
        <p:spPr>
          <a:xfrm>
            <a:off x="258297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0" name="object 46"/>
          <p:cNvSpPr/>
          <p:nvPr userDrawn="1"/>
        </p:nvSpPr>
        <p:spPr>
          <a:xfrm>
            <a:off x="29761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1" name="object 47"/>
          <p:cNvSpPr/>
          <p:nvPr userDrawn="1"/>
        </p:nvSpPr>
        <p:spPr>
          <a:xfrm>
            <a:off x="336931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2" name="object 48"/>
          <p:cNvSpPr/>
          <p:nvPr userDrawn="1"/>
        </p:nvSpPr>
        <p:spPr>
          <a:xfrm>
            <a:off x="3762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3" name="object 49"/>
          <p:cNvSpPr/>
          <p:nvPr userDrawn="1"/>
        </p:nvSpPr>
        <p:spPr>
          <a:xfrm>
            <a:off x="415565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4" name="object 50"/>
          <p:cNvSpPr/>
          <p:nvPr userDrawn="1"/>
        </p:nvSpPr>
        <p:spPr>
          <a:xfrm>
            <a:off x="454882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5" name="object 51"/>
          <p:cNvSpPr/>
          <p:nvPr userDrawn="1"/>
        </p:nvSpPr>
        <p:spPr>
          <a:xfrm>
            <a:off x="494198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6" name="object 52"/>
          <p:cNvSpPr/>
          <p:nvPr userDrawn="1"/>
        </p:nvSpPr>
        <p:spPr>
          <a:xfrm>
            <a:off x="533516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7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8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9" name="object 55"/>
          <p:cNvSpPr/>
          <p:nvPr userDrawn="1"/>
        </p:nvSpPr>
        <p:spPr>
          <a:xfrm>
            <a:off x="218979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0" name="object 56"/>
          <p:cNvSpPr/>
          <p:nvPr userDrawn="1"/>
        </p:nvSpPr>
        <p:spPr>
          <a:xfrm>
            <a:off x="258297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1" name="object 57"/>
          <p:cNvSpPr/>
          <p:nvPr userDrawn="1"/>
        </p:nvSpPr>
        <p:spPr>
          <a:xfrm>
            <a:off x="2976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2" name="object 58"/>
          <p:cNvSpPr/>
          <p:nvPr userDrawn="1"/>
        </p:nvSpPr>
        <p:spPr>
          <a:xfrm>
            <a:off x="33693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3" name="object 59"/>
          <p:cNvSpPr/>
          <p:nvPr userDrawn="1"/>
        </p:nvSpPr>
        <p:spPr>
          <a:xfrm>
            <a:off x="3762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4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5" name="object 61"/>
          <p:cNvSpPr/>
          <p:nvPr userDrawn="1"/>
        </p:nvSpPr>
        <p:spPr>
          <a:xfrm>
            <a:off x="454882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6" name="object 62"/>
          <p:cNvSpPr/>
          <p:nvPr userDrawn="1"/>
        </p:nvSpPr>
        <p:spPr>
          <a:xfrm>
            <a:off x="494198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7" name="object 63"/>
          <p:cNvSpPr/>
          <p:nvPr userDrawn="1"/>
        </p:nvSpPr>
        <p:spPr>
          <a:xfrm>
            <a:off x="533515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8" name="object 64"/>
          <p:cNvSpPr/>
          <p:nvPr userDrawn="1"/>
        </p:nvSpPr>
        <p:spPr>
          <a:xfrm>
            <a:off x="572742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9" name="object 65"/>
          <p:cNvSpPr/>
          <p:nvPr userDrawn="1"/>
        </p:nvSpPr>
        <p:spPr>
          <a:xfrm>
            <a:off x="5914301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0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1" name="object 67"/>
          <p:cNvSpPr/>
          <p:nvPr userDrawn="1"/>
        </p:nvSpPr>
        <p:spPr>
          <a:xfrm>
            <a:off x="5914301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2" name="object 68"/>
          <p:cNvSpPr/>
          <p:nvPr userDrawn="1"/>
        </p:nvSpPr>
        <p:spPr>
          <a:xfrm>
            <a:off x="572742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3" name="object 69"/>
          <p:cNvSpPr/>
          <p:nvPr userDrawn="1"/>
        </p:nvSpPr>
        <p:spPr>
          <a:xfrm>
            <a:off x="572742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4" name="object 70"/>
          <p:cNvSpPr/>
          <p:nvPr userDrawn="1"/>
        </p:nvSpPr>
        <p:spPr>
          <a:xfrm>
            <a:off x="815126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5" name="object 71"/>
          <p:cNvSpPr/>
          <p:nvPr userDrawn="1"/>
        </p:nvSpPr>
        <p:spPr>
          <a:xfrm>
            <a:off x="815116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6" name="object 72"/>
          <p:cNvSpPr/>
          <p:nvPr userDrawn="1"/>
        </p:nvSpPr>
        <p:spPr>
          <a:xfrm>
            <a:off x="815126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7" name="object 73"/>
          <p:cNvSpPr/>
          <p:nvPr userDrawn="1"/>
        </p:nvSpPr>
        <p:spPr>
          <a:xfrm>
            <a:off x="1020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8" name="object 74"/>
          <p:cNvSpPr/>
          <p:nvPr userDrawn="1"/>
        </p:nvSpPr>
        <p:spPr>
          <a:xfrm>
            <a:off x="1020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9" name="object 75"/>
          <p:cNvSpPr/>
          <p:nvPr userDrawn="1"/>
        </p:nvSpPr>
        <p:spPr>
          <a:xfrm>
            <a:off x="650265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0" name="object 76"/>
          <p:cNvSpPr/>
          <p:nvPr userDrawn="1"/>
        </p:nvSpPr>
        <p:spPr>
          <a:xfrm>
            <a:off x="6895821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1" name="object 77"/>
          <p:cNvSpPr/>
          <p:nvPr userDrawn="1"/>
        </p:nvSpPr>
        <p:spPr>
          <a:xfrm>
            <a:off x="630652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2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3" name="object 79"/>
          <p:cNvSpPr/>
          <p:nvPr userDrawn="1"/>
        </p:nvSpPr>
        <p:spPr>
          <a:xfrm>
            <a:off x="63065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4" name="object 80"/>
          <p:cNvSpPr/>
          <p:nvPr userDrawn="1"/>
        </p:nvSpPr>
        <p:spPr>
          <a:xfrm>
            <a:off x="6698759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5" name="object 81"/>
          <p:cNvSpPr/>
          <p:nvPr userDrawn="1"/>
        </p:nvSpPr>
        <p:spPr>
          <a:xfrm>
            <a:off x="630652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6" name="object 82"/>
          <p:cNvSpPr/>
          <p:nvPr userDrawn="1"/>
        </p:nvSpPr>
        <p:spPr>
          <a:xfrm>
            <a:off x="669877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7" name="object 83"/>
          <p:cNvSpPr/>
          <p:nvPr userDrawn="1"/>
        </p:nvSpPr>
        <p:spPr>
          <a:xfrm>
            <a:off x="65026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8" name="object 84"/>
          <p:cNvSpPr/>
          <p:nvPr userDrawn="1"/>
        </p:nvSpPr>
        <p:spPr>
          <a:xfrm>
            <a:off x="6895821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9" name="object 85"/>
          <p:cNvSpPr/>
          <p:nvPr userDrawn="1"/>
        </p:nvSpPr>
        <p:spPr>
          <a:xfrm>
            <a:off x="65026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0" name="object 86"/>
          <p:cNvSpPr/>
          <p:nvPr userDrawn="1"/>
        </p:nvSpPr>
        <p:spPr>
          <a:xfrm>
            <a:off x="6895810" y="1066708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1" name="object 87"/>
          <p:cNvSpPr/>
          <p:nvPr userDrawn="1"/>
        </p:nvSpPr>
        <p:spPr>
          <a:xfrm>
            <a:off x="61196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2" name="object 88"/>
          <p:cNvSpPr/>
          <p:nvPr userDrawn="1"/>
        </p:nvSpPr>
        <p:spPr>
          <a:xfrm>
            <a:off x="61196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3" name="object 89"/>
          <p:cNvSpPr/>
          <p:nvPr userDrawn="1"/>
        </p:nvSpPr>
        <p:spPr>
          <a:xfrm>
            <a:off x="611966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4" name="object 90"/>
          <p:cNvSpPr/>
          <p:nvPr userDrawn="1"/>
        </p:nvSpPr>
        <p:spPr>
          <a:xfrm>
            <a:off x="628253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5" name="object 91"/>
          <p:cNvSpPr/>
          <p:nvPr userDrawn="1"/>
        </p:nvSpPr>
        <p:spPr>
          <a:xfrm>
            <a:off x="628253" y="9972984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6" name="object 92"/>
          <p:cNvSpPr/>
          <p:nvPr userDrawn="1"/>
        </p:nvSpPr>
        <p:spPr>
          <a:xfrm>
            <a:off x="62825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7" name="object 93"/>
          <p:cNvSpPr/>
          <p:nvPr userDrawn="1"/>
        </p:nvSpPr>
        <p:spPr>
          <a:xfrm>
            <a:off x="884965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8" name="object 94"/>
          <p:cNvSpPr/>
          <p:nvPr userDrawn="1"/>
        </p:nvSpPr>
        <p:spPr>
          <a:xfrm>
            <a:off x="924281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9" name="object 95"/>
          <p:cNvSpPr/>
          <p:nvPr userDrawn="1"/>
        </p:nvSpPr>
        <p:spPr>
          <a:xfrm>
            <a:off x="963598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0" name="object 96"/>
          <p:cNvSpPr/>
          <p:nvPr userDrawn="1"/>
        </p:nvSpPr>
        <p:spPr>
          <a:xfrm>
            <a:off x="1002916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1" name="object 97"/>
          <p:cNvSpPr/>
          <p:nvPr userDrawn="1"/>
        </p:nvSpPr>
        <p:spPr>
          <a:xfrm>
            <a:off x="1042233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2" name="object 98"/>
          <p:cNvSpPr/>
          <p:nvPr userDrawn="1"/>
        </p:nvSpPr>
        <p:spPr>
          <a:xfrm>
            <a:off x="1081550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3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4" name="object 100"/>
          <p:cNvSpPr/>
          <p:nvPr userDrawn="1"/>
        </p:nvSpPr>
        <p:spPr>
          <a:xfrm>
            <a:off x="1160184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5" name="object 101"/>
          <p:cNvSpPr/>
          <p:nvPr userDrawn="1"/>
        </p:nvSpPr>
        <p:spPr>
          <a:xfrm>
            <a:off x="1199500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6" name="object 102"/>
          <p:cNvSpPr/>
          <p:nvPr userDrawn="1"/>
        </p:nvSpPr>
        <p:spPr>
          <a:xfrm>
            <a:off x="123881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7" name="object 103"/>
          <p:cNvSpPr/>
          <p:nvPr userDrawn="1"/>
        </p:nvSpPr>
        <p:spPr>
          <a:xfrm>
            <a:off x="1278134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8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9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0" name="object 106"/>
          <p:cNvSpPr/>
          <p:nvPr userDrawn="1"/>
        </p:nvSpPr>
        <p:spPr>
          <a:xfrm>
            <a:off x="943801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1" name="object 107"/>
          <p:cNvSpPr/>
          <p:nvPr userDrawn="1"/>
        </p:nvSpPr>
        <p:spPr>
          <a:xfrm>
            <a:off x="98302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2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3" name="object 109"/>
          <p:cNvSpPr/>
          <p:nvPr userDrawn="1"/>
        </p:nvSpPr>
        <p:spPr>
          <a:xfrm>
            <a:off x="106147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4" name="object 110"/>
          <p:cNvSpPr/>
          <p:nvPr userDrawn="1"/>
        </p:nvSpPr>
        <p:spPr>
          <a:xfrm>
            <a:off x="1100699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5" name="object 111"/>
          <p:cNvSpPr/>
          <p:nvPr userDrawn="1"/>
        </p:nvSpPr>
        <p:spPr>
          <a:xfrm>
            <a:off x="1139924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6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7" name="object 113"/>
          <p:cNvSpPr/>
          <p:nvPr userDrawn="1"/>
        </p:nvSpPr>
        <p:spPr>
          <a:xfrm>
            <a:off x="1218372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8" name="object 114"/>
          <p:cNvSpPr/>
          <p:nvPr userDrawn="1"/>
        </p:nvSpPr>
        <p:spPr>
          <a:xfrm>
            <a:off x="1257598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9" name="object 115"/>
          <p:cNvSpPr/>
          <p:nvPr userDrawn="1"/>
        </p:nvSpPr>
        <p:spPr>
          <a:xfrm>
            <a:off x="129682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0" name="object 116"/>
          <p:cNvSpPr/>
          <p:nvPr userDrawn="1"/>
        </p:nvSpPr>
        <p:spPr>
          <a:xfrm>
            <a:off x="865352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1" name="object 117"/>
          <p:cNvSpPr/>
          <p:nvPr userDrawn="1"/>
        </p:nvSpPr>
        <p:spPr>
          <a:xfrm>
            <a:off x="904576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2" name="object 118"/>
          <p:cNvSpPr/>
          <p:nvPr userDrawn="1"/>
        </p:nvSpPr>
        <p:spPr>
          <a:xfrm>
            <a:off x="943801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3" name="object 119"/>
          <p:cNvSpPr/>
          <p:nvPr userDrawn="1"/>
        </p:nvSpPr>
        <p:spPr>
          <a:xfrm>
            <a:off x="983025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4" name="object 120"/>
          <p:cNvSpPr/>
          <p:nvPr userDrawn="1"/>
        </p:nvSpPr>
        <p:spPr>
          <a:xfrm>
            <a:off x="1022250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5" name="object 121"/>
          <p:cNvSpPr/>
          <p:nvPr userDrawn="1"/>
        </p:nvSpPr>
        <p:spPr>
          <a:xfrm>
            <a:off x="1061475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6" name="object 122"/>
          <p:cNvSpPr/>
          <p:nvPr userDrawn="1"/>
        </p:nvSpPr>
        <p:spPr>
          <a:xfrm>
            <a:off x="1100699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7" name="object 123"/>
          <p:cNvSpPr/>
          <p:nvPr userDrawn="1"/>
        </p:nvSpPr>
        <p:spPr>
          <a:xfrm>
            <a:off x="1139924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8" name="object 124"/>
          <p:cNvSpPr/>
          <p:nvPr userDrawn="1"/>
        </p:nvSpPr>
        <p:spPr>
          <a:xfrm>
            <a:off x="1179147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9" name="object 125"/>
          <p:cNvSpPr/>
          <p:nvPr userDrawn="1"/>
        </p:nvSpPr>
        <p:spPr>
          <a:xfrm>
            <a:off x="1218372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0" name="object 126"/>
          <p:cNvSpPr/>
          <p:nvPr userDrawn="1"/>
        </p:nvSpPr>
        <p:spPr>
          <a:xfrm>
            <a:off x="1257598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1" name="object 127"/>
          <p:cNvSpPr/>
          <p:nvPr userDrawn="1"/>
        </p:nvSpPr>
        <p:spPr>
          <a:xfrm>
            <a:off x="129682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2" name="object 128"/>
          <p:cNvSpPr/>
          <p:nvPr userDrawn="1"/>
        </p:nvSpPr>
        <p:spPr>
          <a:xfrm>
            <a:off x="865352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3" name="object 129"/>
          <p:cNvSpPr/>
          <p:nvPr userDrawn="1"/>
        </p:nvSpPr>
        <p:spPr>
          <a:xfrm>
            <a:off x="904577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4" name="object 130"/>
          <p:cNvSpPr/>
          <p:nvPr userDrawn="1"/>
        </p:nvSpPr>
        <p:spPr>
          <a:xfrm>
            <a:off x="943801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5" name="object 131"/>
          <p:cNvSpPr/>
          <p:nvPr userDrawn="1"/>
        </p:nvSpPr>
        <p:spPr>
          <a:xfrm>
            <a:off x="98302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6" name="object 132"/>
          <p:cNvSpPr/>
          <p:nvPr userDrawn="1"/>
        </p:nvSpPr>
        <p:spPr>
          <a:xfrm>
            <a:off x="1022250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7" name="object 133"/>
          <p:cNvSpPr/>
          <p:nvPr userDrawn="1"/>
        </p:nvSpPr>
        <p:spPr>
          <a:xfrm>
            <a:off x="106147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8" name="object 134"/>
          <p:cNvSpPr/>
          <p:nvPr userDrawn="1"/>
        </p:nvSpPr>
        <p:spPr>
          <a:xfrm>
            <a:off x="1100699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9" name="object 135"/>
          <p:cNvSpPr/>
          <p:nvPr userDrawn="1"/>
        </p:nvSpPr>
        <p:spPr>
          <a:xfrm>
            <a:off x="1139924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0" name="object 136"/>
          <p:cNvSpPr/>
          <p:nvPr userDrawn="1"/>
        </p:nvSpPr>
        <p:spPr>
          <a:xfrm>
            <a:off x="117914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1" name="object 137"/>
          <p:cNvSpPr/>
          <p:nvPr userDrawn="1"/>
        </p:nvSpPr>
        <p:spPr>
          <a:xfrm>
            <a:off x="1218372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2" name="object 138"/>
          <p:cNvSpPr/>
          <p:nvPr userDrawn="1"/>
        </p:nvSpPr>
        <p:spPr>
          <a:xfrm>
            <a:off x="1257598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3" name="object 139"/>
          <p:cNvSpPr/>
          <p:nvPr userDrawn="1"/>
        </p:nvSpPr>
        <p:spPr>
          <a:xfrm>
            <a:off x="129682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4" name="object 140"/>
          <p:cNvSpPr/>
          <p:nvPr userDrawn="1"/>
        </p:nvSpPr>
        <p:spPr>
          <a:xfrm>
            <a:off x="884965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5" name="object 141"/>
          <p:cNvSpPr/>
          <p:nvPr userDrawn="1"/>
        </p:nvSpPr>
        <p:spPr>
          <a:xfrm>
            <a:off x="924281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6" name="object 142"/>
          <p:cNvSpPr/>
          <p:nvPr userDrawn="1"/>
        </p:nvSpPr>
        <p:spPr>
          <a:xfrm>
            <a:off x="963598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7" name="object 143"/>
          <p:cNvSpPr/>
          <p:nvPr userDrawn="1"/>
        </p:nvSpPr>
        <p:spPr>
          <a:xfrm>
            <a:off x="1002916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8" name="object 144"/>
          <p:cNvSpPr/>
          <p:nvPr userDrawn="1"/>
        </p:nvSpPr>
        <p:spPr>
          <a:xfrm>
            <a:off x="1042233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9" name="object 145"/>
          <p:cNvSpPr/>
          <p:nvPr userDrawn="1"/>
        </p:nvSpPr>
        <p:spPr>
          <a:xfrm>
            <a:off x="1081550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0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1" name="object 147"/>
          <p:cNvSpPr/>
          <p:nvPr userDrawn="1"/>
        </p:nvSpPr>
        <p:spPr>
          <a:xfrm>
            <a:off x="1160184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2" name="object 148"/>
          <p:cNvSpPr/>
          <p:nvPr userDrawn="1"/>
        </p:nvSpPr>
        <p:spPr>
          <a:xfrm>
            <a:off x="1199500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3" name="object 149"/>
          <p:cNvSpPr/>
          <p:nvPr userDrawn="1"/>
        </p:nvSpPr>
        <p:spPr>
          <a:xfrm>
            <a:off x="123881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4" name="object 150"/>
          <p:cNvSpPr/>
          <p:nvPr userDrawn="1"/>
        </p:nvSpPr>
        <p:spPr>
          <a:xfrm>
            <a:off x="1278134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5" name="object 151"/>
          <p:cNvSpPr/>
          <p:nvPr userDrawn="1"/>
        </p:nvSpPr>
        <p:spPr>
          <a:xfrm>
            <a:off x="884964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6" name="object 152"/>
          <p:cNvSpPr/>
          <p:nvPr userDrawn="1"/>
        </p:nvSpPr>
        <p:spPr>
          <a:xfrm>
            <a:off x="924281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7" name="object 153"/>
          <p:cNvSpPr/>
          <p:nvPr userDrawn="1"/>
        </p:nvSpPr>
        <p:spPr>
          <a:xfrm>
            <a:off x="963597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8" name="object 154"/>
          <p:cNvSpPr/>
          <p:nvPr userDrawn="1"/>
        </p:nvSpPr>
        <p:spPr>
          <a:xfrm>
            <a:off x="1002914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9" name="object 155"/>
          <p:cNvSpPr/>
          <p:nvPr userDrawn="1"/>
        </p:nvSpPr>
        <p:spPr>
          <a:xfrm>
            <a:off x="1042233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0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1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2" name="object 158"/>
          <p:cNvSpPr/>
          <p:nvPr userDrawn="1"/>
        </p:nvSpPr>
        <p:spPr>
          <a:xfrm>
            <a:off x="1160184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3" name="object 159"/>
          <p:cNvSpPr/>
          <p:nvPr userDrawn="1"/>
        </p:nvSpPr>
        <p:spPr>
          <a:xfrm>
            <a:off x="1199500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4" name="object 160"/>
          <p:cNvSpPr/>
          <p:nvPr userDrawn="1"/>
        </p:nvSpPr>
        <p:spPr>
          <a:xfrm>
            <a:off x="1238817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5" name="object 161"/>
          <p:cNvSpPr/>
          <p:nvPr userDrawn="1"/>
        </p:nvSpPr>
        <p:spPr>
          <a:xfrm>
            <a:off x="1278134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6" name="object 162"/>
          <p:cNvSpPr/>
          <p:nvPr userDrawn="1"/>
        </p:nvSpPr>
        <p:spPr>
          <a:xfrm>
            <a:off x="131736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7" name="object 163"/>
          <p:cNvSpPr/>
          <p:nvPr userDrawn="1"/>
        </p:nvSpPr>
        <p:spPr>
          <a:xfrm>
            <a:off x="13360483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8" name="object 164"/>
          <p:cNvSpPr/>
          <p:nvPr userDrawn="1"/>
        </p:nvSpPr>
        <p:spPr>
          <a:xfrm>
            <a:off x="13360483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9" name="object 165"/>
          <p:cNvSpPr/>
          <p:nvPr userDrawn="1"/>
        </p:nvSpPr>
        <p:spPr>
          <a:xfrm>
            <a:off x="13360483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0" name="object 166"/>
          <p:cNvSpPr/>
          <p:nvPr userDrawn="1"/>
        </p:nvSpPr>
        <p:spPr>
          <a:xfrm>
            <a:off x="131736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1" name="object 167"/>
          <p:cNvSpPr/>
          <p:nvPr userDrawn="1"/>
        </p:nvSpPr>
        <p:spPr>
          <a:xfrm>
            <a:off x="1317360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2" name="object 168"/>
          <p:cNvSpPr/>
          <p:nvPr userDrawn="1"/>
        </p:nvSpPr>
        <p:spPr>
          <a:xfrm>
            <a:off x="846667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3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4" name="object 170"/>
          <p:cNvSpPr/>
          <p:nvPr userDrawn="1"/>
        </p:nvSpPr>
        <p:spPr>
          <a:xfrm>
            <a:off x="826130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5" name="object 171"/>
          <p:cNvSpPr/>
          <p:nvPr userDrawn="1"/>
        </p:nvSpPr>
        <p:spPr>
          <a:xfrm>
            <a:off x="826130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6" name="object 172"/>
          <p:cNvSpPr/>
          <p:nvPr userDrawn="1"/>
        </p:nvSpPr>
        <p:spPr>
          <a:xfrm>
            <a:off x="846667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7" name="object 173"/>
          <p:cNvSpPr/>
          <p:nvPr userDrawn="1"/>
        </p:nvSpPr>
        <p:spPr>
          <a:xfrm>
            <a:off x="846667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8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9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0" name="object 176"/>
          <p:cNvSpPr/>
          <p:nvPr userDrawn="1"/>
        </p:nvSpPr>
        <p:spPr>
          <a:xfrm>
            <a:off x="1375271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1" name="object 177"/>
          <p:cNvSpPr/>
          <p:nvPr userDrawn="1"/>
        </p:nvSpPr>
        <p:spPr>
          <a:xfrm>
            <a:off x="137527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2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3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4" name="object 180"/>
          <p:cNvSpPr/>
          <p:nvPr userDrawn="1"/>
        </p:nvSpPr>
        <p:spPr>
          <a:xfrm>
            <a:off x="135658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5" name="object 181"/>
          <p:cNvSpPr/>
          <p:nvPr userDrawn="1"/>
        </p:nvSpPr>
        <p:spPr>
          <a:xfrm>
            <a:off x="135658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6" name="object 182"/>
          <p:cNvSpPr/>
          <p:nvPr userDrawn="1"/>
        </p:nvSpPr>
        <p:spPr>
          <a:xfrm>
            <a:off x="135658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7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8" name="object 184"/>
          <p:cNvSpPr/>
          <p:nvPr userDrawn="1"/>
        </p:nvSpPr>
        <p:spPr>
          <a:xfrm>
            <a:off x="151264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9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0" name="object 186"/>
          <p:cNvSpPr/>
          <p:nvPr userDrawn="1"/>
        </p:nvSpPr>
        <p:spPr>
          <a:xfrm>
            <a:off x="1591276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1" name="object 187"/>
          <p:cNvSpPr/>
          <p:nvPr userDrawn="1"/>
        </p:nvSpPr>
        <p:spPr>
          <a:xfrm>
            <a:off x="163059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2" name="object 188"/>
          <p:cNvSpPr/>
          <p:nvPr userDrawn="1"/>
        </p:nvSpPr>
        <p:spPr>
          <a:xfrm>
            <a:off x="166990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3" name="object 189"/>
          <p:cNvSpPr/>
          <p:nvPr userDrawn="1"/>
        </p:nvSpPr>
        <p:spPr>
          <a:xfrm>
            <a:off x="170922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4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5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6" name="object 192"/>
          <p:cNvSpPr/>
          <p:nvPr userDrawn="1"/>
        </p:nvSpPr>
        <p:spPr>
          <a:xfrm>
            <a:off x="1453711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7" name="object 193"/>
          <p:cNvSpPr/>
          <p:nvPr userDrawn="1"/>
        </p:nvSpPr>
        <p:spPr>
          <a:xfrm>
            <a:off x="1492936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8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9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0" name="object 196"/>
          <p:cNvSpPr/>
          <p:nvPr userDrawn="1"/>
        </p:nvSpPr>
        <p:spPr>
          <a:xfrm>
            <a:off x="1610610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1" name="object 197"/>
          <p:cNvSpPr/>
          <p:nvPr userDrawn="1"/>
        </p:nvSpPr>
        <p:spPr>
          <a:xfrm>
            <a:off x="164983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2" name="object 198"/>
          <p:cNvSpPr/>
          <p:nvPr userDrawn="1"/>
        </p:nvSpPr>
        <p:spPr>
          <a:xfrm>
            <a:off x="1689059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3" name="object 199"/>
          <p:cNvSpPr/>
          <p:nvPr userDrawn="1"/>
        </p:nvSpPr>
        <p:spPr>
          <a:xfrm>
            <a:off x="1728283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4" name="object 200"/>
          <p:cNvSpPr/>
          <p:nvPr userDrawn="1"/>
        </p:nvSpPr>
        <p:spPr>
          <a:xfrm>
            <a:off x="1767507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5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6" name="object 202"/>
          <p:cNvSpPr/>
          <p:nvPr userDrawn="1"/>
        </p:nvSpPr>
        <p:spPr>
          <a:xfrm>
            <a:off x="1453711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7" name="object 203"/>
          <p:cNvSpPr/>
          <p:nvPr userDrawn="1"/>
        </p:nvSpPr>
        <p:spPr>
          <a:xfrm>
            <a:off x="1492936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8" name="object 204"/>
          <p:cNvSpPr/>
          <p:nvPr userDrawn="1"/>
        </p:nvSpPr>
        <p:spPr>
          <a:xfrm>
            <a:off x="1532160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9" name="object 205"/>
          <p:cNvSpPr/>
          <p:nvPr userDrawn="1"/>
        </p:nvSpPr>
        <p:spPr>
          <a:xfrm>
            <a:off x="1571385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0" name="object 206"/>
          <p:cNvSpPr/>
          <p:nvPr userDrawn="1"/>
        </p:nvSpPr>
        <p:spPr>
          <a:xfrm>
            <a:off x="1610609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1" name="object 207"/>
          <p:cNvSpPr/>
          <p:nvPr userDrawn="1"/>
        </p:nvSpPr>
        <p:spPr>
          <a:xfrm>
            <a:off x="16498346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2" name="object 208"/>
          <p:cNvSpPr/>
          <p:nvPr userDrawn="1"/>
        </p:nvSpPr>
        <p:spPr>
          <a:xfrm>
            <a:off x="1689059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3" name="object 209"/>
          <p:cNvSpPr/>
          <p:nvPr userDrawn="1"/>
        </p:nvSpPr>
        <p:spPr>
          <a:xfrm>
            <a:off x="1728282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4" name="object 210"/>
          <p:cNvSpPr/>
          <p:nvPr userDrawn="1"/>
        </p:nvSpPr>
        <p:spPr>
          <a:xfrm>
            <a:off x="1767507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5" name="object 211"/>
          <p:cNvSpPr/>
          <p:nvPr userDrawn="1"/>
        </p:nvSpPr>
        <p:spPr>
          <a:xfrm>
            <a:off x="1806731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6" name="object 212"/>
          <p:cNvSpPr/>
          <p:nvPr userDrawn="1"/>
        </p:nvSpPr>
        <p:spPr>
          <a:xfrm>
            <a:off x="184595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7" name="object 213"/>
          <p:cNvSpPr/>
          <p:nvPr userDrawn="1"/>
        </p:nvSpPr>
        <p:spPr>
          <a:xfrm>
            <a:off x="1885181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8" name="object 214"/>
          <p:cNvSpPr/>
          <p:nvPr userDrawn="1"/>
        </p:nvSpPr>
        <p:spPr>
          <a:xfrm>
            <a:off x="1453711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9" name="object 215"/>
          <p:cNvSpPr/>
          <p:nvPr userDrawn="1"/>
        </p:nvSpPr>
        <p:spPr>
          <a:xfrm>
            <a:off x="1492936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0" name="object 216"/>
          <p:cNvSpPr/>
          <p:nvPr userDrawn="1"/>
        </p:nvSpPr>
        <p:spPr>
          <a:xfrm>
            <a:off x="1532160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1" name="object 217"/>
          <p:cNvSpPr/>
          <p:nvPr userDrawn="1"/>
        </p:nvSpPr>
        <p:spPr>
          <a:xfrm>
            <a:off x="1571385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2" name="object 218"/>
          <p:cNvSpPr/>
          <p:nvPr userDrawn="1"/>
        </p:nvSpPr>
        <p:spPr>
          <a:xfrm>
            <a:off x="1610610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3" name="object 219"/>
          <p:cNvSpPr/>
          <p:nvPr userDrawn="1"/>
        </p:nvSpPr>
        <p:spPr>
          <a:xfrm>
            <a:off x="1649834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4" name="object 220"/>
          <p:cNvSpPr/>
          <p:nvPr userDrawn="1"/>
        </p:nvSpPr>
        <p:spPr>
          <a:xfrm>
            <a:off x="1689059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5" name="object 221"/>
          <p:cNvSpPr/>
          <p:nvPr userDrawn="1"/>
        </p:nvSpPr>
        <p:spPr>
          <a:xfrm>
            <a:off x="17282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6" name="object 222"/>
          <p:cNvSpPr/>
          <p:nvPr userDrawn="1"/>
        </p:nvSpPr>
        <p:spPr>
          <a:xfrm>
            <a:off x="176750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7" name="object 223"/>
          <p:cNvSpPr/>
          <p:nvPr userDrawn="1"/>
        </p:nvSpPr>
        <p:spPr>
          <a:xfrm>
            <a:off x="1806731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8" name="object 224"/>
          <p:cNvSpPr/>
          <p:nvPr userDrawn="1"/>
        </p:nvSpPr>
        <p:spPr>
          <a:xfrm>
            <a:off x="184595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9" name="object 225"/>
          <p:cNvSpPr/>
          <p:nvPr userDrawn="1"/>
        </p:nvSpPr>
        <p:spPr>
          <a:xfrm>
            <a:off x="1885181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0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1" name="object 227"/>
          <p:cNvSpPr/>
          <p:nvPr userDrawn="1"/>
        </p:nvSpPr>
        <p:spPr>
          <a:xfrm>
            <a:off x="151264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2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3" name="object 229"/>
          <p:cNvSpPr/>
          <p:nvPr userDrawn="1"/>
        </p:nvSpPr>
        <p:spPr>
          <a:xfrm>
            <a:off x="1591276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4" name="object 230"/>
          <p:cNvSpPr/>
          <p:nvPr userDrawn="1"/>
        </p:nvSpPr>
        <p:spPr>
          <a:xfrm>
            <a:off x="163059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5" name="object 231"/>
          <p:cNvSpPr/>
          <p:nvPr userDrawn="1"/>
        </p:nvSpPr>
        <p:spPr>
          <a:xfrm>
            <a:off x="166990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6" name="object 232"/>
          <p:cNvSpPr/>
          <p:nvPr userDrawn="1"/>
        </p:nvSpPr>
        <p:spPr>
          <a:xfrm>
            <a:off x="170922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7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8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9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0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1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2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3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4" name="object 240"/>
          <p:cNvSpPr/>
          <p:nvPr userDrawn="1"/>
        </p:nvSpPr>
        <p:spPr>
          <a:xfrm>
            <a:off x="1591276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5" name="object 241"/>
          <p:cNvSpPr/>
          <p:nvPr userDrawn="1"/>
        </p:nvSpPr>
        <p:spPr>
          <a:xfrm>
            <a:off x="1630592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6" name="object 242"/>
          <p:cNvSpPr/>
          <p:nvPr userDrawn="1"/>
        </p:nvSpPr>
        <p:spPr>
          <a:xfrm>
            <a:off x="166990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7" name="object 243"/>
          <p:cNvSpPr/>
          <p:nvPr userDrawn="1"/>
        </p:nvSpPr>
        <p:spPr>
          <a:xfrm>
            <a:off x="17092254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8" name="object 244"/>
          <p:cNvSpPr/>
          <p:nvPr userDrawn="1"/>
        </p:nvSpPr>
        <p:spPr>
          <a:xfrm>
            <a:off x="1748542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9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0" name="object 246"/>
          <p:cNvSpPr/>
          <p:nvPr userDrawn="1"/>
        </p:nvSpPr>
        <p:spPr>
          <a:xfrm>
            <a:off x="1827175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1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2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3" name="object 249"/>
          <p:cNvSpPr/>
          <p:nvPr userDrawn="1"/>
        </p:nvSpPr>
        <p:spPr>
          <a:xfrm>
            <a:off x="19244084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4" name="object 250"/>
          <p:cNvSpPr/>
          <p:nvPr userDrawn="1"/>
        </p:nvSpPr>
        <p:spPr>
          <a:xfrm>
            <a:off x="19244084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5" name="object 251"/>
          <p:cNvSpPr/>
          <p:nvPr userDrawn="1"/>
        </p:nvSpPr>
        <p:spPr>
          <a:xfrm>
            <a:off x="19244084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6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7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8" name="object 254"/>
          <p:cNvSpPr/>
          <p:nvPr userDrawn="1"/>
        </p:nvSpPr>
        <p:spPr>
          <a:xfrm>
            <a:off x="143502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9" name="object 255"/>
          <p:cNvSpPr/>
          <p:nvPr userDrawn="1"/>
        </p:nvSpPr>
        <p:spPr>
          <a:xfrm>
            <a:off x="1414489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0" name="object 256"/>
          <p:cNvSpPr/>
          <p:nvPr userDrawn="1"/>
        </p:nvSpPr>
        <p:spPr>
          <a:xfrm>
            <a:off x="14144899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1" name="object 257"/>
          <p:cNvSpPr/>
          <p:nvPr userDrawn="1"/>
        </p:nvSpPr>
        <p:spPr>
          <a:xfrm>
            <a:off x="14144899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2" name="object 258"/>
          <p:cNvSpPr/>
          <p:nvPr userDrawn="1"/>
        </p:nvSpPr>
        <p:spPr>
          <a:xfrm>
            <a:off x="143502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3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4" name="object 260"/>
          <p:cNvSpPr/>
          <p:nvPr userDrawn="1"/>
        </p:nvSpPr>
        <p:spPr>
          <a:xfrm>
            <a:off x="19449450" y="10194831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5" name="object 261"/>
          <p:cNvSpPr/>
          <p:nvPr userDrawn="1"/>
        </p:nvSpPr>
        <p:spPr>
          <a:xfrm>
            <a:off x="19449450" y="9972984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6" name="object 262"/>
          <p:cNvSpPr/>
          <p:nvPr userDrawn="1"/>
        </p:nvSpPr>
        <p:spPr>
          <a:xfrm>
            <a:off x="19449450" y="10653874"/>
            <a:ext cx="26407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7" name="object 263"/>
          <p:cNvSpPr/>
          <p:nvPr userDrawn="1"/>
        </p:nvSpPr>
        <p:spPr>
          <a:xfrm>
            <a:off x="72889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8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9" name="object 265"/>
          <p:cNvSpPr/>
          <p:nvPr userDrawn="1"/>
        </p:nvSpPr>
        <p:spPr>
          <a:xfrm>
            <a:off x="70845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0" name="object 266"/>
          <p:cNvSpPr/>
          <p:nvPr userDrawn="1"/>
        </p:nvSpPr>
        <p:spPr>
          <a:xfrm>
            <a:off x="747678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1" name="object 267"/>
          <p:cNvSpPr/>
          <p:nvPr userDrawn="1"/>
        </p:nvSpPr>
        <p:spPr>
          <a:xfrm>
            <a:off x="78690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2" name="object 268"/>
          <p:cNvSpPr/>
          <p:nvPr userDrawn="1"/>
        </p:nvSpPr>
        <p:spPr>
          <a:xfrm>
            <a:off x="708454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3" name="object 269"/>
          <p:cNvSpPr/>
          <p:nvPr userDrawn="1"/>
        </p:nvSpPr>
        <p:spPr>
          <a:xfrm>
            <a:off x="747678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4" name="object 270"/>
          <p:cNvSpPr/>
          <p:nvPr userDrawn="1"/>
        </p:nvSpPr>
        <p:spPr>
          <a:xfrm>
            <a:off x="786903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5" name="object 271"/>
          <p:cNvSpPr/>
          <p:nvPr userDrawn="1"/>
        </p:nvSpPr>
        <p:spPr>
          <a:xfrm>
            <a:off x="70845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6" name="object 272"/>
          <p:cNvSpPr/>
          <p:nvPr userDrawn="1"/>
        </p:nvSpPr>
        <p:spPr>
          <a:xfrm>
            <a:off x="747678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7" name="object 273"/>
          <p:cNvSpPr/>
          <p:nvPr userDrawn="1"/>
        </p:nvSpPr>
        <p:spPr>
          <a:xfrm>
            <a:off x="78690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8" name="object 274"/>
          <p:cNvSpPr/>
          <p:nvPr userDrawn="1"/>
        </p:nvSpPr>
        <p:spPr>
          <a:xfrm>
            <a:off x="72889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9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0" name="object 276"/>
          <p:cNvSpPr/>
          <p:nvPr userDrawn="1"/>
        </p:nvSpPr>
        <p:spPr>
          <a:xfrm>
            <a:off x="72889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1" name="object 277"/>
          <p:cNvSpPr/>
          <p:nvPr userDrawn="1"/>
        </p:nvSpPr>
        <p:spPr>
          <a:xfrm>
            <a:off x="768216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2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3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4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5" name="object 282"/>
          <p:cNvSpPr txBox="1"/>
          <p:nvPr userDrawn="1"/>
        </p:nvSpPr>
        <p:spPr>
          <a:xfrm>
            <a:off x="18269673" y="10119360"/>
            <a:ext cx="621577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8EC216-A14D-D240-A2D4-F477DFC203F5}" type="slidenum">
              <a:rPr kumimoji="0" lang="pt-BR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4" name="Retângulo 13"/>
          <p:cNvSpPr/>
          <p:nvPr userDrawn="1"/>
        </p:nvSpPr>
        <p:spPr>
          <a:xfrm>
            <a:off x="9305093" y="-38173"/>
            <a:ext cx="10805357" cy="9633458"/>
          </a:xfrm>
          <a:custGeom>
            <a:avLst/>
            <a:gdLst>
              <a:gd name="connsiteX0" fmla="*/ 0 w 7753505"/>
              <a:gd name="connsiteY0" fmla="*/ 0 h 2418736"/>
              <a:gd name="connsiteX1" fmla="*/ 7753505 w 7753505"/>
              <a:gd name="connsiteY1" fmla="*/ 0 h 2418736"/>
              <a:gd name="connsiteX2" fmla="*/ 7753505 w 7753505"/>
              <a:gd name="connsiteY2" fmla="*/ 2418736 h 2418736"/>
              <a:gd name="connsiteX3" fmla="*/ 0 w 7753505"/>
              <a:gd name="connsiteY3" fmla="*/ 2418736 h 2418736"/>
              <a:gd name="connsiteX4" fmla="*/ 0 w 7753505"/>
              <a:gd name="connsiteY4" fmla="*/ 0 h 2418736"/>
              <a:gd name="connsiteX0" fmla="*/ 0 w 7753505"/>
              <a:gd name="connsiteY0" fmla="*/ 0 h 2418736"/>
              <a:gd name="connsiteX1" fmla="*/ 7753505 w 7753505"/>
              <a:gd name="connsiteY1" fmla="*/ 0 h 2418736"/>
              <a:gd name="connsiteX2" fmla="*/ 7753505 w 7753505"/>
              <a:gd name="connsiteY2" fmla="*/ 2418736 h 2418736"/>
              <a:gd name="connsiteX3" fmla="*/ 3067665 w 7753505"/>
              <a:gd name="connsiteY3" fmla="*/ 825911 h 2418736"/>
              <a:gd name="connsiteX4" fmla="*/ 0 w 7753505"/>
              <a:gd name="connsiteY4" fmla="*/ 0 h 2418736"/>
              <a:gd name="connsiteX0" fmla="*/ 0 w 7753505"/>
              <a:gd name="connsiteY0" fmla="*/ 0 h 2418736"/>
              <a:gd name="connsiteX1" fmla="*/ 7753505 w 7753505"/>
              <a:gd name="connsiteY1" fmla="*/ 0 h 2418736"/>
              <a:gd name="connsiteX2" fmla="*/ 7753505 w 7753505"/>
              <a:gd name="connsiteY2" fmla="*/ 2418736 h 2418736"/>
              <a:gd name="connsiteX3" fmla="*/ 6017342 w 7753505"/>
              <a:gd name="connsiteY3" fmla="*/ 707923 h 2418736"/>
              <a:gd name="connsiteX4" fmla="*/ 0 w 7753505"/>
              <a:gd name="connsiteY4" fmla="*/ 0 h 2418736"/>
              <a:gd name="connsiteX0" fmla="*/ 0 w 7783001"/>
              <a:gd name="connsiteY0" fmla="*/ 0 h 5899355"/>
              <a:gd name="connsiteX1" fmla="*/ 7753505 w 7783001"/>
              <a:gd name="connsiteY1" fmla="*/ 0 h 5899355"/>
              <a:gd name="connsiteX2" fmla="*/ 7783001 w 7783001"/>
              <a:gd name="connsiteY2" fmla="*/ 5899355 h 5899355"/>
              <a:gd name="connsiteX3" fmla="*/ 6017342 w 7783001"/>
              <a:gd name="connsiteY3" fmla="*/ 707923 h 5899355"/>
              <a:gd name="connsiteX4" fmla="*/ 0 w 7783001"/>
              <a:gd name="connsiteY4" fmla="*/ 0 h 5899355"/>
              <a:gd name="connsiteX0" fmla="*/ 0 w 7783001"/>
              <a:gd name="connsiteY0" fmla="*/ 0 h 5899355"/>
              <a:gd name="connsiteX1" fmla="*/ 7769569 w 7783001"/>
              <a:gd name="connsiteY1" fmla="*/ 13658 h 5899355"/>
              <a:gd name="connsiteX2" fmla="*/ 7783001 w 7783001"/>
              <a:gd name="connsiteY2" fmla="*/ 5899355 h 5899355"/>
              <a:gd name="connsiteX3" fmla="*/ 6017342 w 7783001"/>
              <a:gd name="connsiteY3" fmla="*/ 707923 h 5899355"/>
              <a:gd name="connsiteX4" fmla="*/ 0 w 7783001"/>
              <a:gd name="connsiteY4" fmla="*/ 0 h 58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83001" h="5899355">
                <a:moveTo>
                  <a:pt x="0" y="0"/>
                </a:moveTo>
                <a:lnTo>
                  <a:pt x="7769569" y="13658"/>
                </a:lnTo>
                <a:cubicBezTo>
                  <a:pt x="7774046" y="1975557"/>
                  <a:pt x="7778524" y="3937456"/>
                  <a:pt x="7783001" y="5899355"/>
                </a:cubicBezTo>
                <a:lnTo>
                  <a:pt x="6017342" y="707923"/>
                </a:lnTo>
                <a:lnTo>
                  <a:pt x="0" y="0"/>
                </a:lnTo>
                <a:close/>
              </a:path>
            </a:pathLst>
          </a:custGeom>
          <a:solidFill>
            <a:srgbClr val="461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Section Header A" preserve="1" userDrawn="1">
  <p:cSld name="Blue Section Header A">
    <p:spTree>
      <p:nvGrpSpPr>
        <p:cNvPr id="1" name="Shape 5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5" name="Shape 5635" descr="MGGR0001_template_ppt_neographene_08_pa8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435604" cy="11493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39544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Section Header C" preserve="1">
  <p:cSld name="Green Section Header C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1670050" y="8782050"/>
            <a:ext cx="1647348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C4E"/>
              </a:buClr>
              <a:buSzPts val="5300"/>
              <a:buFont typeface="Trebuchet MS"/>
              <a:buNone/>
              <a:defRPr sz="5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1670050" y="7791450"/>
            <a:ext cx="1647713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444C4E"/>
              </a:buClr>
              <a:buSzPts val="3700"/>
              <a:buFont typeface="Arial"/>
              <a:buNone/>
              <a:defRPr sz="3700" b="1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" name="Shape 19" descr="MGGR0001_template_ppt_neographene_08_pa1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7121" y="-50345"/>
            <a:ext cx="20298342" cy="11416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49907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A) Closure + Partners Logos">
  <p:cSld name="(A) Closure + Partners Logos">
    <p:spTree>
      <p:nvGrpSpPr>
        <p:cNvPr id="1" name="Shape 5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" name="Shape 5324"/>
          <p:cNvSpPr/>
          <p:nvPr/>
        </p:nvSpPr>
        <p:spPr>
          <a:xfrm>
            <a:off x="-52297" y="-23536"/>
            <a:ext cx="20208694" cy="1136277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Shape 5325"/>
          <p:cNvSpPr/>
          <p:nvPr/>
        </p:nvSpPr>
        <p:spPr>
          <a:xfrm>
            <a:off x="3005144" y="8324850"/>
            <a:ext cx="14093811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Shape 5327"/>
          <p:cNvSpPr txBox="1">
            <a:spLocks noGrp="1"/>
          </p:cNvSpPr>
          <p:nvPr>
            <p:ph type="body" idx="1"/>
          </p:nvPr>
        </p:nvSpPr>
        <p:spPr>
          <a:xfrm>
            <a:off x="5365750" y="7715250"/>
            <a:ext cx="937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5295132A-6838-4312-87C3-34EC34AE8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86221" y="3159743"/>
            <a:ext cx="10131658" cy="25870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Section Header A" preserve="1">
  <p:cSld name="Green Section Header A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Shape 608" descr="MGGR0001_template_ppt_neographene_08_pa6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12516" y="-115245"/>
            <a:ext cx="20529131" cy="1154619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Shape 609"/>
          <p:cNvSpPr txBox="1">
            <a:spLocks noGrp="1"/>
          </p:cNvSpPr>
          <p:nvPr>
            <p:ph type="title"/>
          </p:nvPr>
        </p:nvSpPr>
        <p:spPr>
          <a:xfrm>
            <a:off x="2051051" y="9086850"/>
            <a:ext cx="1647348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297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0" name="Shape 610"/>
          <p:cNvSpPr txBox="1">
            <a:spLocks noGrp="1"/>
          </p:cNvSpPr>
          <p:nvPr>
            <p:ph type="body" idx="1"/>
          </p:nvPr>
        </p:nvSpPr>
        <p:spPr>
          <a:xfrm>
            <a:off x="2051051" y="8096251"/>
            <a:ext cx="1647713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6953" marR="0" lvl="0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699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3905" marR="0" lvl="1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0858" marR="0" lvl="2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7811" marR="0" lvl="3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4764" marR="0" lvl="4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1716" marR="0" lvl="5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8668" marR="0" lvl="6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5620" marR="0" lvl="7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2573" marR="0" lvl="8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56403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cover">
  <p:cSld name="Presentation cover">
    <p:spTree>
      <p:nvGrpSpPr>
        <p:cNvPr id="1" name="Shape 6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A2985B66-9D74-45DD-B421-4B113265C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507" y="3727359"/>
            <a:ext cx="11705904" cy="37372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GGR0001_template_ppt_neographene_08_pa1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033" y="-98102"/>
            <a:ext cx="20468166" cy="11511904"/>
          </a:xfrm>
          <a:prstGeom prst="rect">
            <a:avLst/>
          </a:prstGeom>
        </p:spPr>
      </p:pic>
      <p:sp>
        <p:nvSpPr>
          <p:cNvPr id="8" name="Title 18"/>
          <p:cNvSpPr>
            <a:spLocks noGrp="1"/>
          </p:cNvSpPr>
          <p:nvPr>
            <p:ph type="title" hasCustomPrompt="1"/>
          </p:nvPr>
        </p:nvSpPr>
        <p:spPr>
          <a:xfrm>
            <a:off x="8375651" y="4057650"/>
            <a:ext cx="11198916" cy="762000"/>
          </a:xfrm>
          <a:prstGeom prst="rect">
            <a:avLst/>
          </a:prstGeom>
        </p:spPr>
        <p:txBody>
          <a:bodyPr vert="horz"/>
          <a:lstStyle>
            <a:lvl1pPr algn="l">
              <a:defRPr sz="5300" spc="0" baseline="0">
                <a:solidFill>
                  <a:srgbClr val="FFFFF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pt-BR" sz="5350" noProof="0">
                <a:solidFill>
                  <a:srgbClr val="FFFFFF"/>
                </a:solidFill>
                <a:latin typeface="Trebuchet MS"/>
                <a:cs typeface="Trebuchet MS"/>
              </a:rPr>
              <a:t>Click to add section title </a:t>
            </a:r>
            <a:endParaRPr lang="pt-BR" sz="5350" noProof="0">
              <a:latin typeface="Trebuchet MS"/>
              <a:cs typeface="Trebuchet MS"/>
            </a:endParaRPr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0" hasCustomPrompt="1"/>
          </p:nvPr>
        </p:nvSpPr>
        <p:spPr>
          <a:xfrm>
            <a:off x="8375651" y="3067050"/>
            <a:ext cx="11201400" cy="53340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3700" b="1" i="0" spc="0">
                <a:solidFill>
                  <a:srgbClr val="FFFFF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Click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section</a:t>
            </a: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endParaRPr lang="pt-BR" sz="3700" noProof="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404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ext 1 Column" preserve="1" userDrawn="1">
  <p:cSld name="1_Blue Text 1 Column">
    <p:spTree>
      <p:nvGrpSpPr>
        <p:cNvPr id="1" name="Shape 5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4" name="Shape 5344"/>
          <p:cNvSpPr txBox="1">
            <a:spLocks noGrp="1"/>
          </p:cNvSpPr>
          <p:nvPr>
            <p:ph type="body" idx="2"/>
          </p:nvPr>
        </p:nvSpPr>
        <p:spPr>
          <a:xfrm>
            <a:off x="1136650" y="552450"/>
            <a:ext cx="1813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E6E6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6E6E6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345" name="Shape 5345"/>
          <p:cNvSpPr txBox="1">
            <a:spLocks noGrp="1"/>
          </p:cNvSpPr>
          <p:nvPr>
            <p:ph type="title"/>
          </p:nvPr>
        </p:nvSpPr>
        <p:spPr>
          <a:xfrm>
            <a:off x="1114348" y="2016950"/>
            <a:ext cx="12105066" cy="10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9B"/>
              </a:buClr>
              <a:buSzPts val="4200"/>
              <a:buFont typeface="Arial"/>
              <a:buNone/>
              <a:defRPr sz="4400" b="1" i="0" u="none" strike="noStrike" cap="none">
                <a:solidFill>
                  <a:srgbClr val="00919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 dirty="0"/>
          </a:p>
        </p:txBody>
      </p:sp>
      <p:sp>
        <p:nvSpPr>
          <p:cNvPr id="572" name="CaixaDeTexto 571"/>
          <p:cNvSpPr txBox="1"/>
          <p:nvPr userDrawn="1"/>
        </p:nvSpPr>
        <p:spPr>
          <a:xfrm>
            <a:off x="1150069" y="10044259"/>
            <a:ext cx="2620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rPr>
              <a:t>MGgrafeno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rPr>
              <a:t> 2.0</a:t>
            </a:r>
          </a:p>
        </p:txBody>
      </p:sp>
      <p:sp>
        <p:nvSpPr>
          <p:cNvPr id="573" name="object 6"/>
          <p:cNvSpPr/>
          <p:nvPr userDrawn="1"/>
        </p:nvSpPr>
        <p:spPr>
          <a:xfrm>
            <a:off x="37624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4" name="object 7"/>
          <p:cNvSpPr/>
          <p:nvPr userDrawn="1"/>
        </p:nvSpPr>
        <p:spPr>
          <a:xfrm>
            <a:off x="415565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5" name="object 8"/>
          <p:cNvSpPr/>
          <p:nvPr userDrawn="1"/>
        </p:nvSpPr>
        <p:spPr>
          <a:xfrm>
            <a:off x="454882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6" name="object 9"/>
          <p:cNvSpPr/>
          <p:nvPr userDrawn="1"/>
        </p:nvSpPr>
        <p:spPr>
          <a:xfrm>
            <a:off x="494198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7" name="object 10"/>
          <p:cNvSpPr/>
          <p:nvPr userDrawn="1"/>
        </p:nvSpPr>
        <p:spPr>
          <a:xfrm>
            <a:off x="533516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8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9" name="object 13"/>
          <p:cNvSpPr/>
          <p:nvPr userDrawn="1"/>
        </p:nvSpPr>
        <p:spPr>
          <a:xfrm>
            <a:off x="395305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0" name="object 14"/>
          <p:cNvSpPr/>
          <p:nvPr userDrawn="1"/>
        </p:nvSpPr>
        <p:spPr>
          <a:xfrm>
            <a:off x="43453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1" name="object 15"/>
          <p:cNvSpPr/>
          <p:nvPr userDrawn="1"/>
        </p:nvSpPr>
        <p:spPr>
          <a:xfrm>
            <a:off x="47375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2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3" name="object 17"/>
          <p:cNvSpPr/>
          <p:nvPr userDrawn="1"/>
        </p:nvSpPr>
        <p:spPr>
          <a:xfrm>
            <a:off x="55220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4" name="object 18"/>
          <p:cNvSpPr/>
          <p:nvPr userDrawn="1"/>
        </p:nvSpPr>
        <p:spPr>
          <a:xfrm>
            <a:off x="120733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5" name="object 19"/>
          <p:cNvSpPr/>
          <p:nvPr userDrawn="1"/>
        </p:nvSpPr>
        <p:spPr>
          <a:xfrm>
            <a:off x="159958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6" name="object 20"/>
          <p:cNvSpPr/>
          <p:nvPr userDrawn="1"/>
        </p:nvSpPr>
        <p:spPr>
          <a:xfrm>
            <a:off x="199183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7" name="object 21"/>
          <p:cNvSpPr/>
          <p:nvPr userDrawn="1"/>
        </p:nvSpPr>
        <p:spPr>
          <a:xfrm>
            <a:off x="23840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8" name="object 22"/>
          <p:cNvSpPr/>
          <p:nvPr userDrawn="1"/>
        </p:nvSpPr>
        <p:spPr>
          <a:xfrm>
            <a:off x="27763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9" name="object 23"/>
          <p:cNvSpPr/>
          <p:nvPr userDrawn="1"/>
        </p:nvSpPr>
        <p:spPr>
          <a:xfrm>
            <a:off x="316857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0" name="object 24"/>
          <p:cNvSpPr/>
          <p:nvPr userDrawn="1"/>
        </p:nvSpPr>
        <p:spPr>
          <a:xfrm>
            <a:off x="356081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1" name="object 25"/>
          <p:cNvSpPr/>
          <p:nvPr userDrawn="1"/>
        </p:nvSpPr>
        <p:spPr>
          <a:xfrm>
            <a:off x="395305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2" name="object 26"/>
          <p:cNvSpPr/>
          <p:nvPr userDrawn="1"/>
        </p:nvSpPr>
        <p:spPr>
          <a:xfrm>
            <a:off x="434529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3" name="object 27"/>
          <p:cNvSpPr/>
          <p:nvPr userDrawn="1"/>
        </p:nvSpPr>
        <p:spPr>
          <a:xfrm>
            <a:off x="473754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4" name="object 28"/>
          <p:cNvSpPr/>
          <p:nvPr userDrawn="1"/>
        </p:nvSpPr>
        <p:spPr>
          <a:xfrm>
            <a:off x="5129791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5" name="object 29"/>
          <p:cNvSpPr/>
          <p:nvPr userDrawn="1"/>
        </p:nvSpPr>
        <p:spPr>
          <a:xfrm>
            <a:off x="55220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6" name="object 30"/>
          <p:cNvSpPr/>
          <p:nvPr userDrawn="1"/>
        </p:nvSpPr>
        <p:spPr>
          <a:xfrm>
            <a:off x="120734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7" name="object 31"/>
          <p:cNvSpPr/>
          <p:nvPr userDrawn="1"/>
        </p:nvSpPr>
        <p:spPr>
          <a:xfrm>
            <a:off x="15995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8" name="object 32"/>
          <p:cNvSpPr/>
          <p:nvPr userDrawn="1"/>
        </p:nvSpPr>
        <p:spPr>
          <a:xfrm>
            <a:off x="1991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9" name="object 33"/>
          <p:cNvSpPr/>
          <p:nvPr userDrawn="1"/>
        </p:nvSpPr>
        <p:spPr>
          <a:xfrm>
            <a:off x="23840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0" name="object 34"/>
          <p:cNvSpPr/>
          <p:nvPr userDrawn="1"/>
        </p:nvSpPr>
        <p:spPr>
          <a:xfrm>
            <a:off x="27763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1" name="object 35"/>
          <p:cNvSpPr/>
          <p:nvPr userDrawn="1"/>
        </p:nvSpPr>
        <p:spPr>
          <a:xfrm>
            <a:off x="316857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2" name="object 36"/>
          <p:cNvSpPr/>
          <p:nvPr userDrawn="1"/>
        </p:nvSpPr>
        <p:spPr>
          <a:xfrm>
            <a:off x="35608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3" name="object 37"/>
          <p:cNvSpPr/>
          <p:nvPr userDrawn="1"/>
        </p:nvSpPr>
        <p:spPr>
          <a:xfrm>
            <a:off x="395305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4" name="object 38"/>
          <p:cNvSpPr/>
          <p:nvPr userDrawn="1"/>
        </p:nvSpPr>
        <p:spPr>
          <a:xfrm>
            <a:off x="434530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5" name="object 39"/>
          <p:cNvSpPr/>
          <p:nvPr userDrawn="1"/>
        </p:nvSpPr>
        <p:spPr>
          <a:xfrm>
            <a:off x="47375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6" name="object 40"/>
          <p:cNvSpPr/>
          <p:nvPr userDrawn="1"/>
        </p:nvSpPr>
        <p:spPr>
          <a:xfrm>
            <a:off x="512979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7" name="object 41"/>
          <p:cNvSpPr/>
          <p:nvPr userDrawn="1"/>
        </p:nvSpPr>
        <p:spPr>
          <a:xfrm>
            <a:off x="55220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8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9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0" name="object 44"/>
          <p:cNvSpPr/>
          <p:nvPr userDrawn="1"/>
        </p:nvSpPr>
        <p:spPr>
          <a:xfrm>
            <a:off x="218980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1" name="object 45"/>
          <p:cNvSpPr/>
          <p:nvPr userDrawn="1"/>
        </p:nvSpPr>
        <p:spPr>
          <a:xfrm>
            <a:off x="258297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2" name="object 46"/>
          <p:cNvSpPr/>
          <p:nvPr userDrawn="1"/>
        </p:nvSpPr>
        <p:spPr>
          <a:xfrm>
            <a:off x="29761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3" name="object 47"/>
          <p:cNvSpPr/>
          <p:nvPr userDrawn="1"/>
        </p:nvSpPr>
        <p:spPr>
          <a:xfrm>
            <a:off x="336931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4" name="object 48"/>
          <p:cNvSpPr/>
          <p:nvPr userDrawn="1"/>
        </p:nvSpPr>
        <p:spPr>
          <a:xfrm>
            <a:off x="3762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5" name="object 49"/>
          <p:cNvSpPr/>
          <p:nvPr userDrawn="1"/>
        </p:nvSpPr>
        <p:spPr>
          <a:xfrm>
            <a:off x="415565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6" name="object 50"/>
          <p:cNvSpPr/>
          <p:nvPr userDrawn="1"/>
        </p:nvSpPr>
        <p:spPr>
          <a:xfrm>
            <a:off x="454882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7" name="object 51"/>
          <p:cNvSpPr/>
          <p:nvPr userDrawn="1"/>
        </p:nvSpPr>
        <p:spPr>
          <a:xfrm>
            <a:off x="494198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8" name="object 52"/>
          <p:cNvSpPr/>
          <p:nvPr userDrawn="1"/>
        </p:nvSpPr>
        <p:spPr>
          <a:xfrm>
            <a:off x="533516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9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0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1" name="object 55"/>
          <p:cNvSpPr/>
          <p:nvPr userDrawn="1"/>
        </p:nvSpPr>
        <p:spPr>
          <a:xfrm>
            <a:off x="218979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2" name="object 56"/>
          <p:cNvSpPr/>
          <p:nvPr userDrawn="1"/>
        </p:nvSpPr>
        <p:spPr>
          <a:xfrm>
            <a:off x="258297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3" name="object 57"/>
          <p:cNvSpPr/>
          <p:nvPr userDrawn="1"/>
        </p:nvSpPr>
        <p:spPr>
          <a:xfrm>
            <a:off x="2976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4" name="object 58"/>
          <p:cNvSpPr/>
          <p:nvPr userDrawn="1"/>
        </p:nvSpPr>
        <p:spPr>
          <a:xfrm>
            <a:off x="33693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5" name="object 59"/>
          <p:cNvSpPr/>
          <p:nvPr userDrawn="1"/>
        </p:nvSpPr>
        <p:spPr>
          <a:xfrm>
            <a:off x="3762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6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7" name="object 61"/>
          <p:cNvSpPr/>
          <p:nvPr userDrawn="1"/>
        </p:nvSpPr>
        <p:spPr>
          <a:xfrm>
            <a:off x="454882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8" name="object 62"/>
          <p:cNvSpPr/>
          <p:nvPr userDrawn="1"/>
        </p:nvSpPr>
        <p:spPr>
          <a:xfrm>
            <a:off x="494198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9" name="object 63"/>
          <p:cNvSpPr/>
          <p:nvPr userDrawn="1"/>
        </p:nvSpPr>
        <p:spPr>
          <a:xfrm>
            <a:off x="533515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0" name="object 64"/>
          <p:cNvSpPr/>
          <p:nvPr userDrawn="1"/>
        </p:nvSpPr>
        <p:spPr>
          <a:xfrm>
            <a:off x="572742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1" name="object 65"/>
          <p:cNvSpPr/>
          <p:nvPr userDrawn="1"/>
        </p:nvSpPr>
        <p:spPr>
          <a:xfrm>
            <a:off x="5914301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2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3" name="object 67"/>
          <p:cNvSpPr/>
          <p:nvPr userDrawn="1"/>
        </p:nvSpPr>
        <p:spPr>
          <a:xfrm>
            <a:off x="5914301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4" name="object 68"/>
          <p:cNvSpPr/>
          <p:nvPr userDrawn="1"/>
        </p:nvSpPr>
        <p:spPr>
          <a:xfrm>
            <a:off x="572742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5" name="object 69"/>
          <p:cNvSpPr/>
          <p:nvPr userDrawn="1"/>
        </p:nvSpPr>
        <p:spPr>
          <a:xfrm>
            <a:off x="572742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6" name="object 70"/>
          <p:cNvSpPr/>
          <p:nvPr userDrawn="1"/>
        </p:nvSpPr>
        <p:spPr>
          <a:xfrm>
            <a:off x="815126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7" name="object 71"/>
          <p:cNvSpPr/>
          <p:nvPr userDrawn="1"/>
        </p:nvSpPr>
        <p:spPr>
          <a:xfrm>
            <a:off x="815116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8" name="object 72"/>
          <p:cNvSpPr/>
          <p:nvPr userDrawn="1"/>
        </p:nvSpPr>
        <p:spPr>
          <a:xfrm>
            <a:off x="815126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9" name="object 73"/>
          <p:cNvSpPr/>
          <p:nvPr userDrawn="1"/>
        </p:nvSpPr>
        <p:spPr>
          <a:xfrm>
            <a:off x="1020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0" name="object 74"/>
          <p:cNvSpPr/>
          <p:nvPr userDrawn="1"/>
        </p:nvSpPr>
        <p:spPr>
          <a:xfrm>
            <a:off x="1020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1" name="object 75"/>
          <p:cNvSpPr/>
          <p:nvPr userDrawn="1"/>
        </p:nvSpPr>
        <p:spPr>
          <a:xfrm>
            <a:off x="650265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2" name="object 76"/>
          <p:cNvSpPr/>
          <p:nvPr userDrawn="1"/>
        </p:nvSpPr>
        <p:spPr>
          <a:xfrm>
            <a:off x="6895821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3" name="object 77"/>
          <p:cNvSpPr/>
          <p:nvPr userDrawn="1"/>
        </p:nvSpPr>
        <p:spPr>
          <a:xfrm>
            <a:off x="630652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4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5" name="object 79"/>
          <p:cNvSpPr/>
          <p:nvPr userDrawn="1"/>
        </p:nvSpPr>
        <p:spPr>
          <a:xfrm>
            <a:off x="63065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6" name="object 80"/>
          <p:cNvSpPr/>
          <p:nvPr userDrawn="1"/>
        </p:nvSpPr>
        <p:spPr>
          <a:xfrm>
            <a:off x="6698759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7" name="object 81"/>
          <p:cNvSpPr/>
          <p:nvPr userDrawn="1"/>
        </p:nvSpPr>
        <p:spPr>
          <a:xfrm>
            <a:off x="630652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8" name="object 82"/>
          <p:cNvSpPr/>
          <p:nvPr userDrawn="1"/>
        </p:nvSpPr>
        <p:spPr>
          <a:xfrm>
            <a:off x="669877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9" name="object 83"/>
          <p:cNvSpPr/>
          <p:nvPr userDrawn="1"/>
        </p:nvSpPr>
        <p:spPr>
          <a:xfrm>
            <a:off x="65026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0" name="object 84"/>
          <p:cNvSpPr/>
          <p:nvPr userDrawn="1"/>
        </p:nvSpPr>
        <p:spPr>
          <a:xfrm>
            <a:off x="6895821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1" name="object 85"/>
          <p:cNvSpPr/>
          <p:nvPr userDrawn="1"/>
        </p:nvSpPr>
        <p:spPr>
          <a:xfrm>
            <a:off x="65026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2" name="object 86"/>
          <p:cNvSpPr/>
          <p:nvPr userDrawn="1"/>
        </p:nvSpPr>
        <p:spPr>
          <a:xfrm>
            <a:off x="6895810" y="1066708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3" name="object 87"/>
          <p:cNvSpPr/>
          <p:nvPr userDrawn="1"/>
        </p:nvSpPr>
        <p:spPr>
          <a:xfrm>
            <a:off x="61196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4" name="object 88"/>
          <p:cNvSpPr/>
          <p:nvPr userDrawn="1"/>
        </p:nvSpPr>
        <p:spPr>
          <a:xfrm>
            <a:off x="61196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5" name="object 89"/>
          <p:cNvSpPr/>
          <p:nvPr userDrawn="1"/>
        </p:nvSpPr>
        <p:spPr>
          <a:xfrm>
            <a:off x="611966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6" name="object 90"/>
          <p:cNvSpPr/>
          <p:nvPr userDrawn="1"/>
        </p:nvSpPr>
        <p:spPr>
          <a:xfrm>
            <a:off x="628253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7" name="object 91"/>
          <p:cNvSpPr/>
          <p:nvPr userDrawn="1"/>
        </p:nvSpPr>
        <p:spPr>
          <a:xfrm>
            <a:off x="628253" y="9972984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8" name="object 92"/>
          <p:cNvSpPr/>
          <p:nvPr userDrawn="1"/>
        </p:nvSpPr>
        <p:spPr>
          <a:xfrm>
            <a:off x="62825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9" name="object 93"/>
          <p:cNvSpPr/>
          <p:nvPr userDrawn="1"/>
        </p:nvSpPr>
        <p:spPr>
          <a:xfrm>
            <a:off x="884965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0" name="object 94"/>
          <p:cNvSpPr/>
          <p:nvPr userDrawn="1"/>
        </p:nvSpPr>
        <p:spPr>
          <a:xfrm>
            <a:off x="924281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1" name="object 95"/>
          <p:cNvSpPr/>
          <p:nvPr userDrawn="1"/>
        </p:nvSpPr>
        <p:spPr>
          <a:xfrm>
            <a:off x="963598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2" name="object 96"/>
          <p:cNvSpPr/>
          <p:nvPr userDrawn="1"/>
        </p:nvSpPr>
        <p:spPr>
          <a:xfrm>
            <a:off x="1002916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3" name="object 97"/>
          <p:cNvSpPr/>
          <p:nvPr userDrawn="1"/>
        </p:nvSpPr>
        <p:spPr>
          <a:xfrm>
            <a:off x="1042233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4" name="object 98"/>
          <p:cNvSpPr/>
          <p:nvPr userDrawn="1"/>
        </p:nvSpPr>
        <p:spPr>
          <a:xfrm>
            <a:off x="1081550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5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6" name="object 100"/>
          <p:cNvSpPr/>
          <p:nvPr userDrawn="1"/>
        </p:nvSpPr>
        <p:spPr>
          <a:xfrm>
            <a:off x="1160184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7" name="object 101"/>
          <p:cNvSpPr/>
          <p:nvPr userDrawn="1"/>
        </p:nvSpPr>
        <p:spPr>
          <a:xfrm>
            <a:off x="1199500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8" name="object 102"/>
          <p:cNvSpPr/>
          <p:nvPr userDrawn="1"/>
        </p:nvSpPr>
        <p:spPr>
          <a:xfrm>
            <a:off x="123881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9" name="object 103"/>
          <p:cNvSpPr/>
          <p:nvPr userDrawn="1"/>
        </p:nvSpPr>
        <p:spPr>
          <a:xfrm>
            <a:off x="1278134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0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1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2" name="object 106"/>
          <p:cNvSpPr/>
          <p:nvPr userDrawn="1"/>
        </p:nvSpPr>
        <p:spPr>
          <a:xfrm>
            <a:off x="943801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3" name="object 107"/>
          <p:cNvSpPr/>
          <p:nvPr userDrawn="1"/>
        </p:nvSpPr>
        <p:spPr>
          <a:xfrm>
            <a:off x="98302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4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5" name="object 109"/>
          <p:cNvSpPr/>
          <p:nvPr userDrawn="1"/>
        </p:nvSpPr>
        <p:spPr>
          <a:xfrm>
            <a:off x="106147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6" name="object 110"/>
          <p:cNvSpPr/>
          <p:nvPr userDrawn="1"/>
        </p:nvSpPr>
        <p:spPr>
          <a:xfrm>
            <a:off x="1100699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7" name="object 111"/>
          <p:cNvSpPr/>
          <p:nvPr userDrawn="1"/>
        </p:nvSpPr>
        <p:spPr>
          <a:xfrm>
            <a:off x="1139924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8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9" name="object 113"/>
          <p:cNvSpPr/>
          <p:nvPr userDrawn="1"/>
        </p:nvSpPr>
        <p:spPr>
          <a:xfrm>
            <a:off x="1218372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0" name="object 114"/>
          <p:cNvSpPr/>
          <p:nvPr userDrawn="1"/>
        </p:nvSpPr>
        <p:spPr>
          <a:xfrm>
            <a:off x="1257598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1" name="object 115"/>
          <p:cNvSpPr/>
          <p:nvPr userDrawn="1"/>
        </p:nvSpPr>
        <p:spPr>
          <a:xfrm>
            <a:off x="129682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2" name="object 116"/>
          <p:cNvSpPr/>
          <p:nvPr userDrawn="1"/>
        </p:nvSpPr>
        <p:spPr>
          <a:xfrm>
            <a:off x="865352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3" name="object 117"/>
          <p:cNvSpPr/>
          <p:nvPr userDrawn="1"/>
        </p:nvSpPr>
        <p:spPr>
          <a:xfrm>
            <a:off x="904576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4" name="object 118"/>
          <p:cNvSpPr/>
          <p:nvPr userDrawn="1"/>
        </p:nvSpPr>
        <p:spPr>
          <a:xfrm>
            <a:off x="943801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5" name="object 119"/>
          <p:cNvSpPr/>
          <p:nvPr userDrawn="1"/>
        </p:nvSpPr>
        <p:spPr>
          <a:xfrm>
            <a:off x="983025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6" name="object 120"/>
          <p:cNvSpPr/>
          <p:nvPr userDrawn="1"/>
        </p:nvSpPr>
        <p:spPr>
          <a:xfrm>
            <a:off x="1022250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7" name="object 121"/>
          <p:cNvSpPr/>
          <p:nvPr userDrawn="1"/>
        </p:nvSpPr>
        <p:spPr>
          <a:xfrm>
            <a:off x="1061475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8" name="object 122"/>
          <p:cNvSpPr/>
          <p:nvPr userDrawn="1"/>
        </p:nvSpPr>
        <p:spPr>
          <a:xfrm>
            <a:off x="1100699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9" name="object 123"/>
          <p:cNvSpPr/>
          <p:nvPr userDrawn="1"/>
        </p:nvSpPr>
        <p:spPr>
          <a:xfrm>
            <a:off x="1139924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0" name="object 124"/>
          <p:cNvSpPr/>
          <p:nvPr userDrawn="1"/>
        </p:nvSpPr>
        <p:spPr>
          <a:xfrm>
            <a:off x="1179147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1" name="object 125"/>
          <p:cNvSpPr/>
          <p:nvPr userDrawn="1"/>
        </p:nvSpPr>
        <p:spPr>
          <a:xfrm>
            <a:off x="1218372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2" name="object 126"/>
          <p:cNvSpPr/>
          <p:nvPr userDrawn="1"/>
        </p:nvSpPr>
        <p:spPr>
          <a:xfrm>
            <a:off x="1257598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3" name="object 127"/>
          <p:cNvSpPr/>
          <p:nvPr userDrawn="1"/>
        </p:nvSpPr>
        <p:spPr>
          <a:xfrm>
            <a:off x="129682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4" name="object 128"/>
          <p:cNvSpPr/>
          <p:nvPr userDrawn="1"/>
        </p:nvSpPr>
        <p:spPr>
          <a:xfrm>
            <a:off x="865352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5" name="object 129"/>
          <p:cNvSpPr/>
          <p:nvPr userDrawn="1"/>
        </p:nvSpPr>
        <p:spPr>
          <a:xfrm>
            <a:off x="904577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6" name="object 130"/>
          <p:cNvSpPr/>
          <p:nvPr userDrawn="1"/>
        </p:nvSpPr>
        <p:spPr>
          <a:xfrm>
            <a:off x="943801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7" name="object 131"/>
          <p:cNvSpPr/>
          <p:nvPr userDrawn="1"/>
        </p:nvSpPr>
        <p:spPr>
          <a:xfrm>
            <a:off x="98302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8" name="object 132"/>
          <p:cNvSpPr/>
          <p:nvPr userDrawn="1"/>
        </p:nvSpPr>
        <p:spPr>
          <a:xfrm>
            <a:off x="1022250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9" name="object 133"/>
          <p:cNvSpPr/>
          <p:nvPr userDrawn="1"/>
        </p:nvSpPr>
        <p:spPr>
          <a:xfrm>
            <a:off x="106147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0" name="object 134"/>
          <p:cNvSpPr/>
          <p:nvPr userDrawn="1"/>
        </p:nvSpPr>
        <p:spPr>
          <a:xfrm>
            <a:off x="1100699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1" name="object 135"/>
          <p:cNvSpPr/>
          <p:nvPr userDrawn="1"/>
        </p:nvSpPr>
        <p:spPr>
          <a:xfrm>
            <a:off x="1139924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2" name="object 136"/>
          <p:cNvSpPr/>
          <p:nvPr userDrawn="1"/>
        </p:nvSpPr>
        <p:spPr>
          <a:xfrm>
            <a:off x="117914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3" name="object 137"/>
          <p:cNvSpPr/>
          <p:nvPr userDrawn="1"/>
        </p:nvSpPr>
        <p:spPr>
          <a:xfrm>
            <a:off x="1218372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4" name="object 138"/>
          <p:cNvSpPr/>
          <p:nvPr userDrawn="1"/>
        </p:nvSpPr>
        <p:spPr>
          <a:xfrm>
            <a:off x="1257598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5" name="object 139"/>
          <p:cNvSpPr/>
          <p:nvPr userDrawn="1"/>
        </p:nvSpPr>
        <p:spPr>
          <a:xfrm>
            <a:off x="129682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6" name="object 140"/>
          <p:cNvSpPr/>
          <p:nvPr userDrawn="1"/>
        </p:nvSpPr>
        <p:spPr>
          <a:xfrm>
            <a:off x="884965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7" name="object 141"/>
          <p:cNvSpPr/>
          <p:nvPr userDrawn="1"/>
        </p:nvSpPr>
        <p:spPr>
          <a:xfrm>
            <a:off x="924281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8" name="object 142"/>
          <p:cNvSpPr/>
          <p:nvPr userDrawn="1"/>
        </p:nvSpPr>
        <p:spPr>
          <a:xfrm>
            <a:off x="963598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9" name="object 143"/>
          <p:cNvSpPr/>
          <p:nvPr userDrawn="1"/>
        </p:nvSpPr>
        <p:spPr>
          <a:xfrm>
            <a:off x="1002916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0" name="object 144"/>
          <p:cNvSpPr/>
          <p:nvPr userDrawn="1"/>
        </p:nvSpPr>
        <p:spPr>
          <a:xfrm>
            <a:off x="1042233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1" name="object 145"/>
          <p:cNvSpPr/>
          <p:nvPr userDrawn="1"/>
        </p:nvSpPr>
        <p:spPr>
          <a:xfrm>
            <a:off x="1081550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2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3" name="object 147"/>
          <p:cNvSpPr/>
          <p:nvPr userDrawn="1"/>
        </p:nvSpPr>
        <p:spPr>
          <a:xfrm>
            <a:off x="1160184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4" name="object 148"/>
          <p:cNvSpPr/>
          <p:nvPr userDrawn="1"/>
        </p:nvSpPr>
        <p:spPr>
          <a:xfrm>
            <a:off x="1199500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5" name="object 149"/>
          <p:cNvSpPr/>
          <p:nvPr userDrawn="1"/>
        </p:nvSpPr>
        <p:spPr>
          <a:xfrm>
            <a:off x="123881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6" name="object 150"/>
          <p:cNvSpPr/>
          <p:nvPr userDrawn="1"/>
        </p:nvSpPr>
        <p:spPr>
          <a:xfrm>
            <a:off x="1278134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7" name="object 151"/>
          <p:cNvSpPr/>
          <p:nvPr userDrawn="1"/>
        </p:nvSpPr>
        <p:spPr>
          <a:xfrm>
            <a:off x="884964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8" name="object 152"/>
          <p:cNvSpPr/>
          <p:nvPr userDrawn="1"/>
        </p:nvSpPr>
        <p:spPr>
          <a:xfrm>
            <a:off x="924281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9" name="object 153"/>
          <p:cNvSpPr/>
          <p:nvPr userDrawn="1"/>
        </p:nvSpPr>
        <p:spPr>
          <a:xfrm>
            <a:off x="963597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0" name="object 154"/>
          <p:cNvSpPr/>
          <p:nvPr userDrawn="1"/>
        </p:nvSpPr>
        <p:spPr>
          <a:xfrm>
            <a:off x="1002914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1" name="object 155"/>
          <p:cNvSpPr/>
          <p:nvPr userDrawn="1"/>
        </p:nvSpPr>
        <p:spPr>
          <a:xfrm>
            <a:off x="1042233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2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3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4" name="object 158"/>
          <p:cNvSpPr/>
          <p:nvPr userDrawn="1"/>
        </p:nvSpPr>
        <p:spPr>
          <a:xfrm>
            <a:off x="1160184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5" name="object 159"/>
          <p:cNvSpPr/>
          <p:nvPr userDrawn="1"/>
        </p:nvSpPr>
        <p:spPr>
          <a:xfrm>
            <a:off x="1199500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6" name="object 160"/>
          <p:cNvSpPr/>
          <p:nvPr userDrawn="1"/>
        </p:nvSpPr>
        <p:spPr>
          <a:xfrm>
            <a:off x="1238817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7" name="object 161"/>
          <p:cNvSpPr/>
          <p:nvPr userDrawn="1"/>
        </p:nvSpPr>
        <p:spPr>
          <a:xfrm>
            <a:off x="1278134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8" name="object 162"/>
          <p:cNvSpPr/>
          <p:nvPr userDrawn="1"/>
        </p:nvSpPr>
        <p:spPr>
          <a:xfrm>
            <a:off x="131736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9" name="object 163"/>
          <p:cNvSpPr/>
          <p:nvPr userDrawn="1"/>
        </p:nvSpPr>
        <p:spPr>
          <a:xfrm>
            <a:off x="13360483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0" name="object 164"/>
          <p:cNvSpPr/>
          <p:nvPr userDrawn="1"/>
        </p:nvSpPr>
        <p:spPr>
          <a:xfrm>
            <a:off x="13360483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1" name="object 165"/>
          <p:cNvSpPr/>
          <p:nvPr userDrawn="1"/>
        </p:nvSpPr>
        <p:spPr>
          <a:xfrm>
            <a:off x="13360483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2" name="object 166"/>
          <p:cNvSpPr/>
          <p:nvPr userDrawn="1"/>
        </p:nvSpPr>
        <p:spPr>
          <a:xfrm>
            <a:off x="131736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3" name="object 167"/>
          <p:cNvSpPr/>
          <p:nvPr userDrawn="1"/>
        </p:nvSpPr>
        <p:spPr>
          <a:xfrm>
            <a:off x="1317360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4" name="object 168"/>
          <p:cNvSpPr/>
          <p:nvPr userDrawn="1"/>
        </p:nvSpPr>
        <p:spPr>
          <a:xfrm>
            <a:off x="846667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5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6" name="object 170"/>
          <p:cNvSpPr/>
          <p:nvPr userDrawn="1"/>
        </p:nvSpPr>
        <p:spPr>
          <a:xfrm>
            <a:off x="826130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7" name="object 171"/>
          <p:cNvSpPr/>
          <p:nvPr userDrawn="1"/>
        </p:nvSpPr>
        <p:spPr>
          <a:xfrm>
            <a:off x="826130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8" name="object 172"/>
          <p:cNvSpPr/>
          <p:nvPr userDrawn="1"/>
        </p:nvSpPr>
        <p:spPr>
          <a:xfrm>
            <a:off x="846667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9" name="object 173"/>
          <p:cNvSpPr/>
          <p:nvPr userDrawn="1"/>
        </p:nvSpPr>
        <p:spPr>
          <a:xfrm>
            <a:off x="846667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0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1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2" name="object 176"/>
          <p:cNvSpPr/>
          <p:nvPr userDrawn="1"/>
        </p:nvSpPr>
        <p:spPr>
          <a:xfrm>
            <a:off x="1375271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3" name="object 177"/>
          <p:cNvSpPr/>
          <p:nvPr userDrawn="1"/>
        </p:nvSpPr>
        <p:spPr>
          <a:xfrm>
            <a:off x="137527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4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5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6" name="object 180"/>
          <p:cNvSpPr/>
          <p:nvPr userDrawn="1"/>
        </p:nvSpPr>
        <p:spPr>
          <a:xfrm>
            <a:off x="135658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7" name="object 181"/>
          <p:cNvSpPr/>
          <p:nvPr userDrawn="1"/>
        </p:nvSpPr>
        <p:spPr>
          <a:xfrm>
            <a:off x="135658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8" name="object 182"/>
          <p:cNvSpPr/>
          <p:nvPr userDrawn="1"/>
        </p:nvSpPr>
        <p:spPr>
          <a:xfrm>
            <a:off x="135658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9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0" name="object 184"/>
          <p:cNvSpPr/>
          <p:nvPr userDrawn="1"/>
        </p:nvSpPr>
        <p:spPr>
          <a:xfrm>
            <a:off x="151264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1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2" name="object 186"/>
          <p:cNvSpPr/>
          <p:nvPr userDrawn="1"/>
        </p:nvSpPr>
        <p:spPr>
          <a:xfrm>
            <a:off x="1591276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3" name="object 187"/>
          <p:cNvSpPr/>
          <p:nvPr userDrawn="1"/>
        </p:nvSpPr>
        <p:spPr>
          <a:xfrm>
            <a:off x="163059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4" name="object 188"/>
          <p:cNvSpPr/>
          <p:nvPr userDrawn="1"/>
        </p:nvSpPr>
        <p:spPr>
          <a:xfrm>
            <a:off x="166990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5" name="object 189"/>
          <p:cNvSpPr/>
          <p:nvPr userDrawn="1"/>
        </p:nvSpPr>
        <p:spPr>
          <a:xfrm>
            <a:off x="170922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6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7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8" name="object 192"/>
          <p:cNvSpPr/>
          <p:nvPr userDrawn="1"/>
        </p:nvSpPr>
        <p:spPr>
          <a:xfrm>
            <a:off x="1453711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9" name="object 193"/>
          <p:cNvSpPr/>
          <p:nvPr userDrawn="1"/>
        </p:nvSpPr>
        <p:spPr>
          <a:xfrm>
            <a:off x="1492936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0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1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2" name="object 196"/>
          <p:cNvSpPr/>
          <p:nvPr userDrawn="1"/>
        </p:nvSpPr>
        <p:spPr>
          <a:xfrm>
            <a:off x="1610610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3" name="object 197"/>
          <p:cNvSpPr/>
          <p:nvPr userDrawn="1"/>
        </p:nvSpPr>
        <p:spPr>
          <a:xfrm>
            <a:off x="164983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4" name="object 198"/>
          <p:cNvSpPr/>
          <p:nvPr userDrawn="1"/>
        </p:nvSpPr>
        <p:spPr>
          <a:xfrm>
            <a:off x="1689059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5" name="object 199"/>
          <p:cNvSpPr/>
          <p:nvPr userDrawn="1"/>
        </p:nvSpPr>
        <p:spPr>
          <a:xfrm>
            <a:off x="1728283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6" name="object 200"/>
          <p:cNvSpPr/>
          <p:nvPr userDrawn="1"/>
        </p:nvSpPr>
        <p:spPr>
          <a:xfrm>
            <a:off x="1767507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7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8" name="object 202"/>
          <p:cNvSpPr/>
          <p:nvPr userDrawn="1"/>
        </p:nvSpPr>
        <p:spPr>
          <a:xfrm>
            <a:off x="1453711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9" name="object 203"/>
          <p:cNvSpPr/>
          <p:nvPr userDrawn="1"/>
        </p:nvSpPr>
        <p:spPr>
          <a:xfrm>
            <a:off x="1492936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0" name="object 204"/>
          <p:cNvSpPr/>
          <p:nvPr userDrawn="1"/>
        </p:nvSpPr>
        <p:spPr>
          <a:xfrm>
            <a:off x="1532160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1" name="object 205"/>
          <p:cNvSpPr/>
          <p:nvPr userDrawn="1"/>
        </p:nvSpPr>
        <p:spPr>
          <a:xfrm>
            <a:off x="1571385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2" name="object 206"/>
          <p:cNvSpPr/>
          <p:nvPr userDrawn="1"/>
        </p:nvSpPr>
        <p:spPr>
          <a:xfrm>
            <a:off x="1610609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3" name="object 207"/>
          <p:cNvSpPr/>
          <p:nvPr userDrawn="1"/>
        </p:nvSpPr>
        <p:spPr>
          <a:xfrm>
            <a:off x="16498346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4" name="object 208"/>
          <p:cNvSpPr/>
          <p:nvPr userDrawn="1"/>
        </p:nvSpPr>
        <p:spPr>
          <a:xfrm>
            <a:off x="1689059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5" name="object 209"/>
          <p:cNvSpPr/>
          <p:nvPr userDrawn="1"/>
        </p:nvSpPr>
        <p:spPr>
          <a:xfrm>
            <a:off x="1728282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6" name="object 210"/>
          <p:cNvSpPr/>
          <p:nvPr userDrawn="1"/>
        </p:nvSpPr>
        <p:spPr>
          <a:xfrm>
            <a:off x="1767507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7" name="object 211"/>
          <p:cNvSpPr/>
          <p:nvPr userDrawn="1"/>
        </p:nvSpPr>
        <p:spPr>
          <a:xfrm>
            <a:off x="1806731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8" name="object 212"/>
          <p:cNvSpPr/>
          <p:nvPr userDrawn="1"/>
        </p:nvSpPr>
        <p:spPr>
          <a:xfrm>
            <a:off x="184595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9" name="object 213"/>
          <p:cNvSpPr/>
          <p:nvPr userDrawn="1"/>
        </p:nvSpPr>
        <p:spPr>
          <a:xfrm>
            <a:off x="1885181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0" name="object 214"/>
          <p:cNvSpPr/>
          <p:nvPr userDrawn="1"/>
        </p:nvSpPr>
        <p:spPr>
          <a:xfrm>
            <a:off x="1453711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1" name="object 215"/>
          <p:cNvSpPr/>
          <p:nvPr userDrawn="1"/>
        </p:nvSpPr>
        <p:spPr>
          <a:xfrm>
            <a:off x="1492936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2" name="object 216"/>
          <p:cNvSpPr/>
          <p:nvPr userDrawn="1"/>
        </p:nvSpPr>
        <p:spPr>
          <a:xfrm>
            <a:off x="1532160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3" name="object 217"/>
          <p:cNvSpPr/>
          <p:nvPr userDrawn="1"/>
        </p:nvSpPr>
        <p:spPr>
          <a:xfrm>
            <a:off x="1571385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4" name="object 218"/>
          <p:cNvSpPr/>
          <p:nvPr userDrawn="1"/>
        </p:nvSpPr>
        <p:spPr>
          <a:xfrm>
            <a:off x="1610610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5" name="object 219"/>
          <p:cNvSpPr/>
          <p:nvPr userDrawn="1"/>
        </p:nvSpPr>
        <p:spPr>
          <a:xfrm>
            <a:off x="1649834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6" name="object 220"/>
          <p:cNvSpPr/>
          <p:nvPr userDrawn="1"/>
        </p:nvSpPr>
        <p:spPr>
          <a:xfrm>
            <a:off x="1689059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7" name="object 221"/>
          <p:cNvSpPr/>
          <p:nvPr userDrawn="1"/>
        </p:nvSpPr>
        <p:spPr>
          <a:xfrm>
            <a:off x="17282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8" name="object 222"/>
          <p:cNvSpPr/>
          <p:nvPr userDrawn="1"/>
        </p:nvSpPr>
        <p:spPr>
          <a:xfrm>
            <a:off x="176750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9" name="object 223"/>
          <p:cNvSpPr/>
          <p:nvPr userDrawn="1"/>
        </p:nvSpPr>
        <p:spPr>
          <a:xfrm>
            <a:off x="1806731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0" name="object 224"/>
          <p:cNvSpPr/>
          <p:nvPr userDrawn="1"/>
        </p:nvSpPr>
        <p:spPr>
          <a:xfrm>
            <a:off x="184595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1" name="object 225"/>
          <p:cNvSpPr/>
          <p:nvPr userDrawn="1"/>
        </p:nvSpPr>
        <p:spPr>
          <a:xfrm>
            <a:off x="1885181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2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3" name="object 227"/>
          <p:cNvSpPr/>
          <p:nvPr userDrawn="1"/>
        </p:nvSpPr>
        <p:spPr>
          <a:xfrm>
            <a:off x="151264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4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5" name="object 229"/>
          <p:cNvSpPr/>
          <p:nvPr userDrawn="1"/>
        </p:nvSpPr>
        <p:spPr>
          <a:xfrm>
            <a:off x="1591276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6" name="object 230"/>
          <p:cNvSpPr/>
          <p:nvPr userDrawn="1"/>
        </p:nvSpPr>
        <p:spPr>
          <a:xfrm>
            <a:off x="163059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7" name="object 231"/>
          <p:cNvSpPr/>
          <p:nvPr userDrawn="1"/>
        </p:nvSpPr>
        <p:spPr>
          <a:xfrm>
            <a:off x="166990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8" name="object 232"/>
          <p:cNvSpPr/>
          <p:nvPr userDrawn="1"/>
        </p:nvSpPr>
        <p:spPr>
          <a:xfrm>
            <a:off x="170922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9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0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1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2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3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4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5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6" name="object 240"/>
          <p:cNvSpPr/>
          <p:nvPr userDrawn="1"/>
        </p:nvSpPr>
        <p:spPr>
          <a:xfrm>
            <a:off x="1591276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7" name="object 241"/>
          <p:cNvSpPr/>
          <p:nvPr userDrawn="1"/>
        </p:nvSpPr>
        <p:spPr>
          <a:xfrm>
            <a:off x="1630592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8" name="object 242"/>
          <p:cNvSpPr/>
          <p:nvPr userDrawn="1"/>
        </p:nvSpPr>
        <p:spPr>
          <a:xfrm>
            <a:off x="166990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9" name="object 243"/>
          <p:cNvSpPr/>
          <p:nvPr userDrawn="1"/>
        </p:nvSpPr>
        <p:spPr>
          <a:xfrm>
            <a:off x="17092254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0" name="object 244"/>
          <p:cNvSpPr/>
          <p:nvPr userDrawn="1"/>
        </p:nvSpPr>
        <p:spPr>
          <a:xfrm>
            <a:off x="1748542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1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2" name="object 246"/>
          <p:cNvSpPr/>
          <p:nvPr userDrawn="1"/>
        </p:nvSpPr>
        <p:spPr>
          <a:xfrm>
            <a:off x="1827175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3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4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5" name="object 249"/>
          <p:cNvSpPr/>
          <p:nvPr userDrawn="1"/>
        </p:nvSpPr>
        <p:spPr>
          <a:xfrm>
            <a:off x="19244084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6" name="object 250"/>
          <p:cNvSpPr/>
          <p:nvPr userDrawn="1"/>
        </p:nvSpPr>
        <p:spPr>
          <a:xfrm>
            <a:off x="19244084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7" name="object 251"/>
          <p:cNvSpPr/>
          <p:nvPr userDrawn="1"/>
        </p:nvSpPr>
        <p:spPr>
          <a:xfrm>
            <a:off x="19244084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8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9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0" name="object 254"/>
          <p:cNvSpPr/>
          <p:nvPr userDrawn="1"/>
        </p:nvSpPr>
        <p:spPr>
          <a:xfrm>
            <a:off x="143502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1" name="object 255"/>
          <p:cNvSpPr/>
          <p:nvPr userDrawn="1"/>
        </p:nvSpPr>
        <p:spPr>
          <a:xfrm>
            <a:off x="1414489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2" name="object 256"/>
          <p:cNvSpPr/>
          <p:nvPr userDrawn="1"/>
        </p:nvSpPr>
        <p:spPr>
          <a:xfrm>
            <a:off x="14144899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3" name="object 257"/>
          <p:cNvSpPr/>
          <p:nvPr userDrawn="1"/>
        </p:nvSpPr>
        <p:spPr>
          <a:xfrm>
            <a:off x="14144899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4" name="object 258"/>
          <p:cNvSpPr/>
          <p:nvPr userDrawn="1"/>
        </p:nvSpPr>
        <p:spPr>
          <a:xfrm>
            <a:off x="143502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5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6" name="object 260"/>
          <p:cNvSpPr/>
          <p:nvPr userDrawn="1"/>
        </p:nvSpPr>
        <p:spPr>
          <a:xfrm>
            <a:off x="19449450" y="10194831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7" name="object 261"/>
          <p:cNvSpPr/>
          <p:nvPr userDrawn="1"/>
        </p:nvSpPr>
        <p:spPr>
          <a:xfrm>
            <a:off x="19449450" y="9972984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8" name="object 262"/>
          <p:cNvSpPr/>
          <p:nvPr userDrawn="1"/>
        </p:nvSpPr>
        <p:spPr>
          <a:xfrm>
            <a:off x="19449450" y="10653874"/>
            <a:ext cx="26407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9" name="object 263"/>
          <p:cNvSpPr/>
          <p:nvPr userDrawn="1"/>
        </p:nvSpPr>
        <p:spPr>
          <a:xfrm>
            <a:off x="72889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0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1" name="object 265"/>
          <p:cNvSpPr/>
          <p:nvPr userDrawn="1"/>
        </p:nvSpPr>
        <p:spPr>
          <a:xfrm>
            <a:off x="70845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2" name="object 266"/>
          <p:cNvSpPr/>
          <p:nvPr userDrawn="1"/>
        </p:nvSpPr>
        <p:spPr>
          <a:xfrm>
            <a:off x="747678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3" name="object 267"/>
          <p:cNvSpPr/>
          <p:nvPr userDrawn="1"/>
        </p:nvSpPr>
        <p:spPr>
          <a:xfrm>
            <a:off x="78690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4" name="object 268"/>
          <p:cNvSpPr/>
          <p:nvPr userDrawn="1"/>
        </p:nvSpPr>
        <p:spPr>
          <a:xfrm>
            <a:off x="708454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5" name="object 269"/>
          <p:cNvSpPr/>
          <p:nvPr userDrawn="1"/>
        </p:nvSpPr>
        <p:spPr>
          <a:xfrm>
            <a:off x="747678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6" name="object 270"/>
          <p:cNvSpPr/>
          <p:nvPr userDrawn="1"/>
        </p:nvSpPr>
        <p:spPr>
          <a:xfrm>
            <a:off x="786903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7" name="object 271"/>
          <p:cNvSpPr/>
          <p:nvPr userDrawn="1"/>
        </p:nvSpPr>
        <p:spPr>
          <a:xfrm>
            <a:off x="70845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8" name="object 272"/>
          <p:cNvSpPr/>
          <p:nvPr userDrawn="1"/>
        </p:nvSpPr>
        <p:spPr>
          <a:xfrm>
            <a:off x="747678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9" name="object 273"/>
          <p:cNvSpPr/>
          <p:nvPr userDrawn="1"/>
        </p:nvSpPr>
        <p:spPr>
          <a:xfrm>
            <a:off x="78690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0" name="object 274"/>
          <p:cNvSpPr/>
          <p:nvPr userDrawn="1"/>
        </p:nvSpPr>
        <p:spPr>
          <a:xfrm>
            <a:off x="72889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1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2" name="object 276"/>
          <p:cNvSpPr/>
          <p:nvPr userDrawn="1"/>
        </p:nvSpPr>
        <p:spPr>
          <a:xfrm>
            <a:off x="72889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3" name="object 277"/>
          <p:cNvSpPr/>
          <p:nvPr userDrawn="1"/>
        </p:nvSpPr>
        <p:spPr>
          <a:xfrm>
            <a:off x="768216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4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5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6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7" name="object 282"/>
          <p:cNvSpPr txBox="1"/>
          <p:nvPr userDrawn="1"/>
        </p:nvSpPr>
        <p:spPr>
          <a:xfrm>
            <a:off x="18269673" y="10119360"/>
            <a:ext cx="621577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8EC216-A14D-D240-A2D4-F477DFC203F5}" type="slidenum">
              <a:rPr kumimoji="0" lang="pt-BR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5696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576898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ext 3 Columns">
  <p:cSld name="Blue Text 3 Columns">
    <p:spTree>
      <p:nvGrpSpPr>
        <p:cNvPr id="1" name="Shape 6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0" name="Shape 6530"/>
          <p:cNvSpPr txBox="1">
            <a:spLocks noGrp="1"/>
          </p:cNvSpPr>
          <p:nvPr>
            <p:ph type="body" idx="1"/>
          </p:nvPr>
        </p:nvSpPr>
        <p:spPr>
          <a:xfrm>
            <a:off x="12887083" y="2305050"/>
            <a:ext cx="4556367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444C4E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1" name="Shape 6531"/>
          <p:cNvSpPr txBox="1">
            <a:spLocks noGrp="1"/>
          </p:cNvSpPr>
          <p:nvPr>
            <p:ph type="body" idx="2"/>
          </p:nvPr>
        </p:nvSpPr>
        <p:spPr>
          <a:xfrm>
            <a:off x="7766050" y="2305050"/>
            <a:ext cx="4556367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444C4E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2" name="Shape 6532"/>
          <p:cNvSpPr txBox="1">
            <a:spLocks noGrp="1"/>
          </p:cNvSpPr>
          <p:nvPr>
            <p:ph type="body" idx="3"/>
          </p:nvPr>
        </p:nvSpPr>
        <p:spPr>
          <a:xfrm>
            <a:off x="2432050" y="4438650"/>
            <a:ext cx="4724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444C4E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3" name="Shape 6533"/>
          <p:cNvSpPr txBox="1">
            <a:spLocks noGrp="1"/>
          </p:cNvSpPr>
          <p:nvPr>
            <p:ph type="body" idx="4"/>
          </p:nvPr>
        </p:nvSpPr>
        <p:spPr>
          <a:xfrm>
            <a:off x="1136650" y="552450"/>
            <a:ext cx="1813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E6E6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6E6E6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4" name="Shape 6534"/>
          <p:cNvSpPr txBox="1">
            <a:spLocks noGrp="1"/>
          </p:cNvSpPr>
          <p:nvPr>
            <p:ph type="title"/>
          </p:nvPr>
        </p:nvSpPr>
        <p:spPr>
          <a:xfrm>
            <a:off x="2432050" y="2305050"/>
            <a:ext cx="472439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9B"/>
              </a:buClr>
              <a:buSzPts val="4200"/>
              <a:buFont typeface="Arial"/>
              <a:buNone/>
              <a:defRPr sz="4200" b="1" i="0" u="none" strike="noStrike" cap="none">
                <a:solidFill>
                  <a:srgbClr val="00919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4" name="CaixaDeTexto 573"/>
          <p:cNvSpPr txBox="1"/>
          <p:nvPr userDrawn="1"/>
        </p:nvSpPr>
        <p:spPr>
          <a:xfrm>
            <a:off x="1150069" y="10044259"/>
            <a:ext cx="2620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rPr>
              <a:t>MGgrafeno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rPr>
              <a:t> 2.0</a:t>
            </a:r>
          </a:p>
        </p:txBody>
      </p:sp>
      <p:sp>
        <p:nvSpPr>
          <p:cNvPr id="575" name="object 6"/>
          <p:cNvSpPr/>
          <p:nvPr userDrawn="1"/>
        </p:nvSpPr>
        <p:spPr>
          <a:xfrm>
            <a:off x="37624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6" name="object 7"/>
          <p:cNvSpPr/>
          <p:nvPr userDrawn="1"/>
        </p:nvSpPr>
        <p:spPr>
          <a:xfrm>
            <a:off x="415565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7" name="object 8"/>
          <p:cNvSpPr/>
          <p:nvPr userDrawn="1"/>
        </p:nvSpPr>
        <p:spPr>
          <a:xfrm>
            <a:off x="454882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8" name="object 9"/>
          <p:cNvSpPr/>
          <p:nvPr userDrawn="1"/>
        </p:nvSpPr>
        <p:spPr>
          <a:xfrm>
            <a:off x="494198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9" name="object 10"/>
          <p:cNvSpPr/>
          <p:nvPr userDrawn="1"/>
        </p:nvSpPr>
        <p:spPr>
          <a:xfrm>
            <a:off x="533516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0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1" name="object 13"/>
          <p:cNvSpPr/>
          <p:nvPr userDrawn="1"/>
        </p:nvSpPr>
        <p:spPr>
          <a:xfrm>
            <a:off x="395305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2" name="object 14"/>
          <p:cNvSpPr/>
          <p:nvPr userDrawn="1"/>
        </p:nvSpPr>
        <p:spPr>
          <a:xfrm>
            <a:off x="43453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3" name="object 15"/>
          <p:cNvSpPr/>
          <p:nvPr userDrawn="1"/>
        </p:nvSpPr>
        <p:spPr>
          <a:xfrm>
            <a:off x="47375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4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5" name="object 17"/>
          <p:cNvSpPr/>
          <p:nvPr userDrawn="1"/>
        </p:nvSpPr>
        <p:spPr>
          <a:xfrm>
            <a:off x="55220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6" name="object 18"/>
          <p:cNvSpPr/>
          <p:nvPr userDrawn="1"/>
        </p:nvSpPr>
        <p:spPr>
          <a:xfrm>
            <a:off x="120733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7" name="object 19"/>
          <p:cNvSpPr/>
          <p:nvPr userDrawn="1"/>
        </p:nvSpPr>
        <p:spPr>
          <a:xfrm>
            <a:off x="159958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8" name="object 20"/>
          <p:cNvSpPr/>
          <p:nvPr userDrawn="1"/>
        </p:nvSpPr>
        <p:spPr>
          <a:xfrm>
            <a:off x="199183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9" name="object 21"/>
          <p:cNvSpPr/>
          <p:nvPr userDrawn="1"/>
        </p:nvSpPr>
        <p:spPr>
          <a:xfrm>
            <a:off x="23840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0" name="object 22"/>
          <p:cNvSpPr/>
          <p:nvPr userDrawn="1"/>
        </p:nvSpPr>
        <p:spPr>
          <a:xfrm>
            <a:off x="27763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1" name="object 23"/>
          <p:cNvSpPr/>
          <p:nvPr userDrawn="1"/>
        </p:nvSpPr>
        <p:spPr>
          <a:xfrm>
            <a:off x="316857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2" name="object 24"/>
          <p:cNvSpPr/>
          <p:nvPr userDrawn="1"/>
        </p:nvSpPr>
        <p:spPr>
          <a:xfrm>
            <a:off x="356081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3" name="object 25"/>
          <p:cNvSpPr/>
          <p:nvPr userDrawn="1"/>
        </p:nvSpPr>
        <p:spPr>
          <a:xfrm>
            <a:off x="395305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4" name="object 26"/>
          <p:cNvSpPr/>
          <p:nvPr userDrawn="1"/>
        </p:nvSpPr>
        <p:spPr>
          <a:xfrm>
            <a:off x="434529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5" name="object 27"/>
          <p:cNvSpPr/>
          <p:nvPr userDrawn="1"/>
        </p:nvSpPr>
        <p:spPr>
          <a:xfrm>
            <a:off x="473754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6" name="object 28"/>
          <p:cNvSpPr/>
          <p:nvPr userDrawn="1"/>
        </p:nvSpPr>
        <p:spPr>
          <a:xfrm>
            <a:off x="5129791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7" name="object 29"/>
          <p:cNvSpPr/>
          <p:nvPr userDrawn="1"/>
        </p:nvSpPr>
        <p:spPr>
          <a:xfrm>
            <a:off x="55220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8" name="object 30"/>
          <p:cNvSpPr/>
          <p:nvPr userDrawn="1"/>
        </p:nvSpPr>
        <p:spPr>
          <a:xfrm>
            <a:off x="120734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9" name="object 31"/>
          <p:cNvSpPr/>
          <p:nvPr userDrawn="1"/>
        </p:nvSpPr>
        <p:spPr>
          <a:xfrm>
            <a:off x="15995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0" name="object 32"/>
          <p:cNvSpPr/>
          <p:nvPr userDrawn="1"/>
        </p:nvSpPr>
        <p:spPr>
          <a:xfrm>
            <a:off x="1991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1" name="object 33"/>
          <p:cNvSpPr/>
          <p:nvPr userDrawn="1"/>
        </p:nvSpPr>
        <p:spPr>
          <a:xfrm>
            <a:off x="23840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2" name="object 34"/>
          <p:cNvSpPr/>
          <p:nvPr userDrawn="1"/>
        </p:nvSpPr>
        <p:spPr>
          <a:xfrm>
            <a:off x="27763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3" name="object 35"/>
          <p:cNvSpPr/>
          <p:nvPr userDrawn="1"/>
        </p:nvSpPr>
        <p:spPr>
          <a:xfrm>
            <a:off x="316857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4" name="object 36"/>
          <p:cNvSpPr/>
          <p:nvPr userDrawn="1"/>
        </p:nvSpPr>
        <p:spPr>
          <a:xfrm>
            <a:off x="35608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5" name="object 37"/>
          <p:cNvSpPr/>
          <p:nvPr userDrawn="1"/>
        </p:nvSpPr>
        <p:spPr>
          <a:xfrm>
            <a:off x="395305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6" name="object 38"/>
          <p:cNvSpPr/>
          <p:nvPr userDrawn="1"/>
        </p:nvSpPr>
        <p:spPr>
          <a:xfrm>
            <a:off x="434530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7" name="object 39"/>
          <p:cNvSpPr/>
          <p:nvPr userDrawn="1"/>
        </p:nvSpPr>
        <p:spPr>
          <a:xfrm>
            <a:off x="47375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8" name="object 40"/>
          <p:cNvSpPr/>
          <p:nvPr userDrawn="1"/>
        </p:nvSpPr>
        <p:spPr>
          <a:xfrm>
            <a:off x="512979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9" name="object 41"/>
          <p:cNvSpPr/>
          <p:nvPr userDrawn="1"/>
        </p:nvSpPr>
        <p:spPr>
          <a:xfrm>
            <a:off x="55220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0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1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2" name="object 44"/>
          <p:cNvSpPr/>
          <p:nvPr userDrawn="1"/>
        </p:nvSpPr>
        <p:spPr>
          <a:xfrm>
            <a:off x="218980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3" name="object 45"/>
          <p:cNvSpPr/>
          <p:nvPr userDrawn="1"/>
        </p:nvSpPr>
        <p:spPr>
          <a:xfrm>
            <a:off x="258297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4" name="object 46"/>
          <p:cNvSpPr/>
          <p:nvPr userDrawn="1"/>
        </p:nvSpPr>
        <p:spPr>
          <a:xfrm>
            <a:off x="29761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5" name="object 47"/>
          <p:cNvSpPr/>
          <p:nvPr userDrawn="1"/>
        </p:nvSpPr>
        <p:spPr>
          <a:xfrm>
            <a:off x="336931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6" name="object 48"/>
          <p:cNvSpPr/>
          <p:nvPr userDrawn="1"/>
        </p:nvSpPr>
        <p:spPr>
          <a:xfrm>
            <a:off x="3762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7" name="object 49"/>
          <p:cNvSpPr/>
          <p:nvPr userDrawn="1"/>
        </p:nvSpPr>
        <p:spPr>
          <a:xfrm>
            <a:off x="415565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8" name="object 50"/>
          <p:cNvSpPr/>
          <p:nvPr userDrawn="1"/>
        </p:nvSpPr>
        <p:spPr>
          <a:xfrm>
            <a:off x="454882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9" name="object 51"/>
          <p:cNvSpPr/>
          <p:nvPr userDrawn="1"/>
        </p:nvSpPr>
        <p:spPr>
          <a:xfrm>
            <a:off x="494198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0" name="object 52"/>
          <p:cNvSpPr/>
          <p:nvPr userDrawn="1"/>
        </p:nvSpPr>
        <p:spPr>
          <a:xfrm>
            <a:off x="533516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1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2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3" name="object 55"/>
          <p:cNvSpPr/>
          <p:nvPr userDrawn="1"/>
        </p:nvSpPr>
        <p:spPr>
          <a:xfrm>
            <a:off x="218979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4" name="object 56"/>
          <p:cNvSpPr/>
          <p:nvPr userDrawn="1"/>
        </p:nvSpPr>
        <p:spPr>
          <a:xfrm>
            <a:off x="258297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5" name="object 57"/>
          <p:cNvSpPr/>
          <p:nvPr userDrawn="1"/>
        </p:nvSpPr>
        <p:spPr>
          <a:xfrm>
            <a:off x="2976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6" name="object 58"/>
          <p:cNvSpPr/>
          <p:nvPr userDrawn="1"/>
        </p:nvSpPr>
        <p:spPr>
          <a:xfrm>
            <a:off x="33693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7" name="object 59"/>
          <p:cNvSpPr/>
          <p:nvPr userDrawn="1"/>
        </p:nvSpPr>
        <p:spPr>
          <a:xfrm>
            <a:off x="3762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8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9" name="object 61"/>
          <p:cNvSpPr/>
          <p:nvPr userDrawn="1"/>
        </p:nvSpPr>
        <p:spPr>
          <a:xfrm>
            <a:off x="454882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0" name="object 62"/>
          <p:cNvSpPr/>
          <p:nvPr userDrawn="1"/>
        </p:nvSpPr>
        <p:spPr>
          <a:xfrm>
            <a:off x="494198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1" name="object 63"/>
          <p:cNvSpPr/>
          <p:nvPr userDrawn="1"/>
        </p:nvSpPr>
        <p:spPr>
          <a:xfrm>
            <a:off x="533515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2" name="object 64"/>
          <p:cNvSpPr/>
          <p:nvPr userDrawn="1"/>
        </p:nvSpPr>
        <p:spPr>
          <a:xfrm>
            <a:off x="572742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3" name="object 65"/>
          <p:cNvSpPr/>
          <p:nvPr userDrawn="1"/>
        </p:nvSpPr>
        <p:spPr>
          <a:xfrm>
            <a:off x="5914301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4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5" name="object 67"/>
          <p:cNvSpPr/>
          <p:nvPr userDrawn="1"/>
        </p:nvSpPr>
        <p:spPr>
          <a:xfrm>
            <a:off x="5914301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6" name="object 68"/>
          <p:cNvSpPr/>
          <p:nvPr userDrawn="1"/>
        </p:nvSpPr>
        <p:spPr>
          <a:xfrm>
            <a:off x="572742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7" name="object 69"/>
          <p:cNvSpPr/>
          <p:nvPr userDrawn="1"/>
        </p:nvSpPr>
        <p:spPr>
          <a:xfrm>
            <a:off x="572742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8" name="object 70"/>
          <p:cNvSpPr/>
          <p:nvPr userDrawn="1"/>
        </p:nvSpPr>
        <p:spPr>
          <a:xfrm>
            <a:off x="815126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9" name="object 71"/>
          <p:cNvSpPr/>
          <p:nvPr userDrawn="1"/>
        </p:nvSpPr>
        <p:spPr>
          <a:xfrm>
            <a:off x="815116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0" name="object 72"/>
          <p:cNvSpPr/>
          <p:nvPr userDrawn="1"/>
        </p:nvSpPr>
        <p:spPr>
          <a:xfrm>
            <a:off x="815126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1" name="object 73"/>
          <p:cNvSpPr/>
          <p:nvPr userDrawn="1"/>
        </p:nvSpPr>
        <p:spPr>
          <a:xfrm>
            <a:off x="1020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2" name="object 74"/>
          <p:cNvSpPr/>
          <p:nvPr userDrawn="1"/>
        </p:nvSpPr>
        <p:spPr>
          <a:xfrm>
            <a:off x="1020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3" name="object 75"/>
          <p:cNvSpPr/>
          <p:nvPr userDrawn="1"/>
        </p:nvSpPr>
        <p:spPr>
          <a:xfrm>
            <a:off x="650265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4" name="object 76"/>
          <p:cNvSpPr/>
          <p:nvPr userDrawn="1"/>
        </p:nvSpPr>
        <p:spPr>
          <a:xfrm>
            <a:off x="6895821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5" name="object 77"/>
          <p:cNvSpPr/>
          <p:nvPr userDrawn="1"/>
        </p:nvSpPr>
        <p:spPr>
          <a:xfrm>
            <a:off x="630652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6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7" name="object 79"/>
          <p:cNvSpPr/>
          <p:nvPr userDrawn="1"/>
        </p:nvSpPr>
        <p:spPr>
          <a:xfrm>
            <a:off x="63065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8" name="object 80"/>
          <p:cNvSpPr/>
          <p:nvPr userDrawn="1"/>
        </p:nvSpPr>
        <p:spPr>
          <a:xfrm>
            <a:off x="6698759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9" name="object 81"/>
          <p:cNvSpPr/>
          <p:nvPr userDrawn="1"/>
        </p:nvSpPr>
        <p:spPr>
          <a:xfrm>
            <a:off x="630652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0" name="object 82"/>
          <p:cNvSpPr/>
          <p:nvPr userDrawn="1"/>
        </p:nvSpPr>
        <p:spPr>
          <a:xfrm>
            <a:off x="669877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1" name="object 83"/>
          <p:cNvSpPr/>
          <p:nvPr userDrawn="1"/>
        </p:nvSpPr>
        <p:spPr>
          <a:xfrm>
            <a:off x="65026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2" name="object 84"/>
          <p:cNvSpPr/>
          <p:nvPr userDrawn="1"/>
        </p:nvSpPr>
        <p:spPr>
          <a:xfrm>
            <a:off x="6895821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3" name="object 85"/>
          <p:cNvSpPr/>
          <p:nvPr userDrawn="1"/>
        </p:nvSpPr>
        <p:spPr>
          <a:xfrm>
            <a:off x="65026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4" name="object 86"/>
          <p:cNvSpPr/>
          <p:nvPr userDrawn="1"/>
        </p:nvSpPr>
        <p:spPr>
          <a:xfrm>
            <a:off x="6895810" y="1066708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5" name="object 87"/>
          <p:cNvSpPr/>
          <p:nvPr userDrawn="1"/>
        </p:nvSpPr>
        <p:spPr>
          <a:xfrm>
            <a:off x="61196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6" name="object 88"/>
          <p:cNvSpPr/>
          <p:nvPr userDrawn="1"/>
        </p:nvSpPr>
        <p:spPr>
          <a:xfrm>
            <a:off x="61196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7" name="object 89"/>
          <p:cNvSpPr/>
          <p:nvPr userDrawn="1"/>
        </p:nvSpPr>
        <p:spPr>
          <a:xfrm>
            <a:off x="611966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8" name="object 90"/>
          <p:cNvSpPr/>
          <p:nvPr userDrawn="1"/>
        </p:nvSpPr>
        <p:spPr>
          <a:xfrm>
            <a:off x="628253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9" name="object 91"/>
          <p:cNvSpPr/>
          <p:nvPr userDrawn="1"/>
        </p:nvSpPr>
        <p:spPr>
          <a:xfrm>
            <a:off x="628253" y="9972984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0" name="object 92"/>
          <p:cNvSpPr/>
          <p:nvPr userDrawn="1"/>
        </p:nvSpPr>
        <p:spPr>
          <a:xfrm>
            <a:off x="62825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1" name="object 93"/>
          <p:cNvSpPr/>
          <p:nvPr userDrawn="1"/>
        </p:nvSpPr>
        <p:spPr>
          <a:xfrm>
            <a:off x="884965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2" name="object 94"/>
          <p:cNvSpPr/>
          <p:nvPr userDrawn="1"/>
        </p:nvSpPr>
        <p:spPr>
          <a:xfrm>
            <a:off x="924281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3" name="object 95"/>
          <p:cNvSpPr/>
          <p:nvPr userDrawn="1"/>
        </p:nvSpPr>
        <p:spPr>
          <a:xfrm>
            <a:off x="963598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4" name="object 96"/>
          <p:cNvSpPr/>
          <p:nvPr userDrawn="1"/>
        </p:nvSpPr>
        <p:spPr>
          <a:xfrm>
            <a:off x="1002916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5" name="object 97"/>
          <p:cNvSpPr/>
          <p:nvPr userDrawn="1"/>
        </p:nvSpPr>
        <p:spPr>
          <a:xfrm>
            <a:off x="1042233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6" name="object 98"/>
          <p:cNvSpPr/>
          <p:nvPr userDrawn="1"/>
        </p:nvSpPr>
        <p:spPr>
          <a:xfrm>
            <a:off x="1081550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7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8" name="object 100"/>
          <p:cNvSpPr/>
          <p:nvPr userDrawn="1"/>
        </p:nvSpPr>
        <p:spPr>
          <a:xfrm>
            <a:off x="1160184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9" name="object 101"/>
          <p:cNvSpPr/>
          <p:nvPr userDrawn="1"/>
        </p:nvSpPr>
        <p:spPr>
          <a:xfrm>
            <a:off x="1199500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0" name="object 102"/>
          <p:cNvSpPr/>
          <p:nvPr userDrawn="1"/>
        </p:nvSpPr>
        <p:spPr>
          <a:xfrm>
            <a:off x="123881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1" name="object 103"/>
          <p:cNvSpPr/>
          <p:nvPr userDrawn="1"/>
        </p:nvSpPr>
        <p:spPr>
          <a:xfrm>
            <a:off x="1278134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2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3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4" name="object 106"/>
          <p:cNvSpPr/>
          <p:nvPr userDrawn="1"/>
        </p:nvSpPr>
        <p:spPr>
          <a:xfrm>
            <a:off x="943801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5" name="object 107"/>
          <p:cNvSpPr/>
          <p:nvPr userDrawn="1"/>
        </p:nvSpPr>
        <p:spPr>
          <a:xfrm>
            <a:off x="98302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6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7" name="object 109"/>
          <p:cNvSpPr/>
          <p:nvPr userDrawn="1"/>
        </p:nvSpPr>
        <p:spPr>
          <a:xfrm>
            <a:off x="106147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8" name="object 110"/>
          <p:cNvSpPr/>
          <p:nvPr userDrawn="1"/>
        </p:nvSpPr>
        <p:spPr>
          <a:xfrm>
            <a:off x="1100699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9" name="object 111"/>
          <p:cNvSpPr/>
          <p:nvPr userDrawn="1"/>
        </p:nvSpPr>
        <p:spPr>
          <a:xfrm>
            <a:off x="1139924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0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1" name="object 113"/>
          <p:cNvSpPr/>
          <p:nvPr userDrawn="1"/>
        </p:nvSpPr>
        <p:spPr>
          <a:xfrm>
            <a:off x="1218372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2" name="object 114"/>
          <p:cNvSpPr/>
          <p:nvPr userDrawn="1"/>
        </p:nvSpPr>
        <p:spPr>
          <a:xfrm>
            <a:off x="1257598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3" name="object 115"/>
          <p:cNvSpPr/>
          <p:nvPr userDrawn="1"/>
        </p:nvSpPr>
        <p:spPr>
          <a:xfrm>
            <a:off x="129682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4" name="object 116"/>
          <p:cNvSpPr/>
          <p:nvPr userDrawn="1"/>
        </p:nvSpPr>
        <p:spPr>
          <a:xfrm>
            <a:off x="865352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5" name="object 117"/>
          <p:cNvSpPr/>
          <p:nvPr userDrawn="1"/>
        </p:nvSpPr>
        <p:spPr>
          <a:xfrm>
            <a:off x="904576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6" name="object 118"/>
          <p:cNvSpPr/>
          <p:nvPr userDrawn="1"/>
        </p:nvSpPr>
        <p:spPr>
          <a:xfrm>
            <a:off x="943801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7" name="object 119"/>
          <p:cNvSpPr/>
          <p:nvPr userDrawn="1"/>
        </p:nvSpPr>
        <p:spPr>
          <a:xfrm>
            <a:off x="983025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8" name="object 120"/>
          <p:cNvSpPr/>
          <p:nvPr userDrawn="1"/>
        </p:nvSpPr>
        <p:spPr>
          <a:xfrm>
            <a:off x="1022250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9" name="object 121"/>
          <p:cNvSpPr/>
          <p:nvPr userDrawn="1"/>
        </p:nvSpPr>
        <p:spPr>
          <a:xfrm>
            <a:off x="1061475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0" name="object 122"/>
          <p:cNvSpPr/>
          <p:nvPr userDrawn="1"/>
        </p:nvSpPr>
        <p:spPr>
          <a:xfrm>
            <a:off x="1100699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1" name="object 123"/>
          <p:cNvSpPr/>
          <p:nvPr userDrawn="1"/>
        </p:nvSpPr>
        <p:spPr>
          <a:xfrm>
            <a:off x="1139924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2" name="object 124"/>
          <p:cNvSpPr/>
          <p:nvPr userDrawn="1"/>
        </p:nvSpPr>
        <p:spPr>
          <a:xfrm>
            <a:off x="1179147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3" name="object 125"/>
          <p:cNvSpPr/>
          <p:nvPr userDrawn="1"/>
        </p:nvSpPr>
        <p:spPr>
          <a:xfrm>
            <a:off x="1218372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4" name="object 126"/>
          <p:cNvSpPr/>
          <p:nvPr userDrawn="1"/>
        </p:nvSpPr>
        <p:spPr>
          <a:xfrm>
            <a:off x="1257598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5" name="object 127"/>
          <p:cNvSpPr/>
          <p:nvPr userDrawn="1"/>
        </p:nvSpPr>
        <p:spPr>
          <a:xfrm>
            <a:off x="129682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6" name="object 128"/>
          <p:cNvSpPr/>
          <p:nvPr userDrawn="1"/>
        </p:nvSpPr>
        <p:spPr>
          <a:xfrm>
            <a:off x="865352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7" name="object 129"/>
          <p:cNvSpPr/>
          <p:nvPr userDrawn="1"/>
        </p:nvSpPr>
        <p:spPr>
          <a:xfrm>
            <a:off x="904577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8" name="object 130"/>
          <p:cNvSpPr/>
          <p:nvPr userDrawn="1"/>
        </p:nvSpPr>
        <p:spPr>
          <a:xfrm>
            <a:off x="943801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9" name="object 131"/>
          <p:cNvSpPr/>
          <p:nvPr userDrawn="1"/>
        </p:nvSpPr>
        <p:spPr>
          <a:xfrm>
            <a:off x="98302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0" name="object 132"/>
          <p:cNvSpPr/>
          <p:nvPr userDrawn="1"/>
        </p:nvSpPr>
        <p:spPr>
          <a:xfrm>
            <a:off x="1022250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1" name="object 133"/>
          <p:cNvSpPr/>
          <p:nvPr userDrawn="1"/>
        </p:nvSpPr>
        <p:spPr>
          <a:xfrm>
            <a:off x="106147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2" name="object 134"/>
          <p:cNvSpPr/>
          <p:nvPr userDrawn="1"/>
        </p:nvSpPr>
        <p:spPr>
          <a:xfrm>
            <a:off x="1100699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3" name="object 135"/>
          <p:cNvSpPr/>
          <p:nvPr userDrawn="1"/>
        </p:nvSpPr>
        <p:spPr>
          <a:xfrm>
            <a:off x="1139924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4" name="object 136"/>
          <p:cNvSpPr/>
          <p:nvPr userDrawn="1"/>
        </p:nvSpPr>
        <p:spPr>
          <a:xfrm>
            <a:off x="117914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5" name="object 137"/>
          <p:cNvSpPr/>
          <p:nvPr userDrawn="1"/>
        </p:nvSpPr>
        <p:spPr>
          <a:xfrm>
            <a:off x="1218372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6" name="object 138"/>
          <p:cNvSpPr/>
          <p:nvPr userDrawn="1"/>
        </p:nvSpPr>
        <p:spPr>
          <a:xfrm>
            <a:off x="1257598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7" name="object 139"/>
          <p:cNvSpPr/>
          <p:nvPr userDrawn="1"/>
        </p:nvSpPr>
        <p:spPr>
          <a:xfrm>
            <a:off x="129682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8" name="object 140"/>
          <p:cNvSpPr/>
          <p:nvPr userDrawn="1"/>
        </p:nvSpPr>
        <p:spPr>
          <a:xfrm>
            <a:off x="884965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9" name="object 141"/>
          <p:cNvSpPr/>
          <p:nvPr userDrawn="1"/>
        </p:nvSpPr>
        <p:spPr>
          <a:xfrm>
            <a:off x="924281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0" name="object 142"/>
          <p:cNvSpPr/>
          <p:nvPr userDrawn="1"/>
        </p:nvSpPr>
        <p:spPr>
          <a:xfrm>
            <a:off x="963598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1" name="object 143"/>
          <p:cNvSpPr/>
          <p:nvPr userDrawn="1"/>
        </p:nvSpPr>
        <p:spPr>
          <a:xfrm>
            <a:off x="1002916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2" name="object 144"/>
          <p:cNvSpPr/>
          <p:nvPr userDrawn="1"/>
        </p:nvSpPr>
        <p:spPr>
          <a:xfrm>
            <a:off x="1042233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3" name="object 145"/>
          <p:cNvSpPr/>
          <p:nvPr userDrawn="1"/>
        </p:nvSpPr>
        <p:spPr>
          <a:xfrm>
            <a:off x="1081550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4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5" name="object 147"/>
          <p:cNvSpPr/>
          <p:nvPr userDrawn="1"/>
        </p:nvSpPr>
        <p:spPr>
          <a:xfrm>
            <a:off x="1160184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6" name="object 148"/>
          <p:cNvSpPr/>
          <p:nvPr userDrawn="1"/>
        </p:nvSpPr>
        <p:spPr>
          <a:xfrm>
            <a:off x="1199500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7" name="object 149"/>
          <p:cNvSpPr/>
          <p:nvPr userDrawn="1"/>
        </p:nvSpPr>
        <p:spPr>
          <a:xfrm>
            <a:off x="123881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8" name="object 150"/>
          <p:cNvSpPr/>
          <p:nvPr userDrawn="1"/>
        </p:nvSpPr>
        <p:spPr>
          <a:xfrm>
            <a:off x="1278134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9" name="object 151"/>
          <p:cNvSpPr/>
          <p:nvPr userDrawn="1"/>
        </p:nvSpPr>
        <p:spPr>
          <a:xfrm>
            <a:off x="884964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0" name="object 152"/>
          <p:cNvSpPr/>
          <p:nvPr userDrawn="1"/>
        </p:nvSpPr>
        <p:spPr>
          <a:xfrm>
            <a:off x="924281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1" name="object 153"/>
          <p:cNvSpPr/>
          <p:nvPr userDrawn="1"/>
        </p:nvSpPr>
        <p:spPr>
          <a:xfrm>
            <a:off x="963597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2" name="object 154"/>
          <p:cNvSpPr/>
          <p:nvPr userDrawn="1"/>
        </p:nvSpPr>
        <p:spPr>
          <a:xfrm>
            <a:off x="1002914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3" name="object 155"/>
          <p:cNvSpPr/>
          <p:nvPr userDrawn="1"/>
        </p:nvSpPr>
        <p:spPr>
          <a:xfrm>
            <a:off x="1042233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4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5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6" name="object 158"/>
          <p:cNvSpPr/>
          <p:nvPr userDrawn="1"/>
        </p:nvSpPr>
        <p:spPr>
          <a:xfrm>
            <a:off x="1160184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7" name="object 159"/>
          <p:cNvSpPr/>
          <p:nvPr userDrawn="1"/>
        </p:nvSpPr>
        <p:spPr>
          <a:xfrm>
            <a:off x="1199500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8" name="object 160"/>
          <p:cNvSpPr/>
          <p:nvPr userDrawn="1"/>
        </p:nvSpPr>
        <p:spPr>
          <a:xfrm>
            <a:off x="1238817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9" name="object 161"/>
          <p:cNvSpPr/>
          <p:nvPr userDrawn="1"/>
        </p:nvSpPr>
        <p:spPr>
          <a:xfrm>
            <a:off x="1278134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0" name="object 162"/>
          <p:cNvSpPr/>
          <p:nvPr userDrawn="1"/>
        </p:nvSpPr>
        <p:spPr>
          <a:xfrm>
            <a:off x="131736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1" name="object 163"/>
          <p:cNvSpPr/>
          <p:nvPr userDrawn="1"/>
        </p:nvSpPr>
        <p:spPr>
          <a:xfrm>
            <a:off x="13360483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2" name="object 164"/>
          <p:cNvSpPr/>
          <p:nvPr userDrawn="1"/>
        </p:nvSpPr>
        <p:spPr>
          <a:xfrm>
            <a:off x="13360483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3" name="object 165"/>
          <p:cNvSpPr/>
          <p:nvPr userDrawn="1"/>
        </p:nvSpPr>
        <p:spPr>
          <a:xfrm>
            <a:off x="13360483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4" name="object 166"/>
          <p:cNvSpPr/>
          <p:nvPr userDrawn="1"/>
        </p:nvSpPr>
        <p:spPr>
          <a:xfrm>
            <a:off x="131736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5" name="object 167"/>
          <p:cNvSpPr/>
          <p:nvPr userDrawn="1"/>
        </p:nvSpPr>
        <p:spPr>
          <a:xfrm>
            <a:off x="1317360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6" name="object 168"/>
          <p:cNvSpPr/>
          <p:nvPr userDrawn="1"/>
        </p:nvSpPr>
        <p:spPr>
          <a:xfrm>
            <a:off x="846667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7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8" name="object 170"/>
          <p:cNvSpPr/>
          <p:nvPr userDrawn="1"/>
        </p:nvSpPr>
        <p:spPr>
          <a:xfrm>
            <a:off x="826130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9" name="object 171"/>
          <p:cNvSpPr/>
          <p:nvPr userDrawn="1"/>
        </p:nvSpPr>
        <p:spPr>
          <a:xfrm>
            <a:off x="826130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0" name="object 172"/>
          <p:cNvSpPr/>
          <p:nvPr userDrawn="1"/>
        </p:nvSpPr>
        <p:spPr>
          <a:xfrm>
            <a:off x="846667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1" name="object 173"/>
          <p:cNvSpPr/>
          <p:nvPr userDrawn="1"/>
        </p:nvSpPr>
        <p:spPr>
          <a:xfrm>
            <a:off x="846667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2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3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4" name="object 176"/>
          <p:cNvSpPr/>
          <p:nvPr userDrawn="1"/>
        </p:nvSpPr>
        <p:spPr>
          <a:xfrm>
            <a:off x="1375271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5" name="object 177"/>
          <p:cNvSpPr/>
          <p:nvPr userDrawn="1"/>
        </p:nvSpPr>
        <p:spPr>
          <a:xfrm>
            <a:off x="137527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6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7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8" name="object 180"/>
          <p:cNvSpPr/>
          <p:nvPr userDrawn="1"/>
        </p:nvSpPr>
        <p:spPr>
          <a:xfrm>
            <a:off x="135658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9" name="object 181"/>
          <p:cNvSpPr/>
          <p:nvPr userDrawn="1"/>
        </p:nvSpPr>
        <p:spPr>
          <a:xfrm>
            <a:off x="135658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0" name="object 182"/>
          <p:cNvSpPr/>
          <p:nvPr userDrawn="1"/>
        </p:nvSpPr>
        <p:spPr>
          <a:xfrm>
            <a:off x="135658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1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2" name="object 184"/>
          <p:cNvSpPr/>
          <p:nvPr userDrawn="1"/>
        </p:nvSpPr>
        <p:spPr>
          <a:xfrm>
            <a:off x="151264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3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4" name="object 186"/>
          <p:cNvSpPr/>
          <p:nvPr userDrawn="1"/>
        </p:nvSpPr>
        <p:spPr>
          <a:xfrm>
            <a:off x="1591276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5" name="object 187"/>
          <p:cNvSpPr/>
          <p:nvPr userDrawn="1"/>
        </p:nvSpPr>
        <p:spPr>
          <a:xfrm>
            <a:off x="163059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6" name="object 188"/>
          <p:cNvSpPr/>
          <p:nvPr userDrawn="1"/>
        </p:nvSpPr>
        <p:spPr>
          <a:xfrm>
            <a:off x="166990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7" name="object 189"/>
          <p:cNvSpPr/>
          <p:nvPr userDrawn="1"/>
        </p:nvSpPr>
        <p:spPr>
          <a:xfrm>
            <a:off x="170922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8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9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0" name="object 192"/>
          <p:cNvSpPr/>
          <p:nvPr userDrawn="1"/>
        </p:nvSpPr>
        <p:spPr>
          <a:xfrm>
            <a:off x="1453711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1" name="object 193"/>
          <p:cNvSpPr/>
          <p:nvPr userDrawn="1"/>
        </p:nvSpPr>
        <p:spPr>
          <a:xfrm>
            <a:off x="1492936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2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3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4" name="object 196"/>
          <p:cNvSpPr/>
          <p:nvPr userDrawn="1"/>
        </p:nvSpPr>
        <p:spPr>
          <a:xfrm>
            <a:off x="1610610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5" name="object 197"/>
          <p:cNvSpPr/>
          <p:nvPr userDrawn="1"/>
        </p:nvSpPr>
        <p:spPr>
          <a:xfrm>
            <a:off x="164983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6" name="object 198"/>
          <p:cNvSpPr/>
          <p:nvPr userDrawn="1"/>
        </p:nvSpPr>
        <p:spPr>
          <a:xfrm>
            <a:off x="1689059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7" name="object 199"/>
          <p:cNvSpPr/>
          <p:nvPr userDrawn="1"/>
        </p:nvSpPr>
        <p:spPr>
          <a:xfrm>
            <a:off x="1728283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8" name="object 200"/>
          <p:cNvSpPr/>
          <p:nvPr userDrawn="1"/>
        </p:nvSpPr>
        <p:spPr>
          <a:xfrm>
            <a:off x="1767507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9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0" name="object 202"/>
          <p:cNvSpPr/>
          <p:nvPr userDrawn="1"/>
        </p:nvSpPr>
        <p:spPr>
          <a:xfrm>
            <a:off x="1453711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1" name="object 203"/>
          <p:cNvSpPr/>
          <p:nvPr userDrawn="1"/>
        </p:nvSpPr>
        <p:spPr>
          <a:xfrm>
            <a:off x="1492936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2" name="object 204"/>
          <p:cNvSpPr/>
          <p:nvPr userDrawn="1"/>
        </p:nvSpPr>
        <p:spPr>
          <a:xfrm>
            <a:off x="1532160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3" name="object 205"/>
          <p:cNvSpPr/>
          <p:nvPr userDrawn="1"/>
        </p:nvSpPr>
        <p:spPr>
          <a:xfrm>
            <a:off x="1571385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4" name="object 206"/>
          <p:cNvSpPr/>
          <p:nvPr userDrawn="1"/>
        </p:nvSpPr>
        <p:spPr>
          <a:xfrm>
            <a:off x="1610609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5" name="object 207"/>
          <p:cNvSpPr/>
          <p:nvPr userDrawn="1"/>
        </p:nvSpPr>
        <p:spPr>
          <a:xfrm>
            <a:off x="16498346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6" name="object 208"/>
          <p:cNvSpPr/>
          <p:nvPr userDrawn="1"/>
        </p:nvSpPr>
        <p:spPr>
          <a:xfrm>
            <a:off x="1689059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7" name="object 209"/>
          <p:cNvSpPr/>
          <p:nvPr userDrawn="1"/>
        </p:nvSpPr>
        <p:spPr>
          <a:xfrm>
            <a:off x="1728282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8" name="object 210"/>
          <p:cNvSpPr/>
          <p:nvPr userDrawn="1"/>
        </p:nvSpPr>
        <p:spPr>
          <a:xfrm>
            <a:off x="1767507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9" name="object 211"/>
          <p:cNvSpPr/>
          <p:nvPr userDrawn="1"/>
        </p:nvSpPr>
        <p:spPr>
          <a:xfrm>
            <a:off x="1806731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0" name="object 212"/>
          <p:cNvSpPr/>
          <p:nvPr userDrawn="1"/>
        </p:nvSpPr>
        <p:spPr>
          <a:xfrm>
            <a:off x="184595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1" name="object 213"/>
          <p:cNvSpPr/>
          <p:nvPr userDrawn="1"/>
        </p:nvSpPr>
        <p:spPr>
          <a:xfrm>
            <a:off x="1885181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2" name="object 214"/>
          <p:cNvSpPr/>
          <p:nvPr userDrawn="1"/>
        </p:nvSpPr>
        <p:spPr>
          <a:xfrm>
            <a:off x="1453711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3" name="object 215"/>
          <p:cNvSpPr/>
          <p:nvPr userDrawn="1"/>
        </p:nvSpPr>
        <p:spPr>
          <a:xfrm>
            <a:off x="1492936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4" name="object 216"/>
          <p:cNvSpPr/>
          <p:nvPr userDrawn="1"/>
        </p:nvSpPr>
        <p:spPr>
          <a:xfrm>
            <a:off x="1532160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5" name="object 217"/>
          <p:cNvSpPr/>
          <p:nvPr userDrawn="1"/>
        </p:nvSpPr>
        <p:spPr>
          <a:xfrm>
            <a:off x="1571385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6" name="object 218"/>
          <p:cNvSpPr/>
          <p:nvPr userDrawn="1"/>
        </p:nvSpPr>
        <p:spPr>
          <a:xfrm>
            <a:off x="1610610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7" name="object 219"/>
          <p:cNvSpPr/>
          <p:nvPr userDrawn="1"/>
        </p:nvSpPr>
        <p:spPr>
          <a:xfrm>
            <a:off x="1649834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8" name="object 220"/>
          <p:cNvSpPr/>
          <p:nvPr userDrawn="1"/>
        </p:nvSpPr>
        <p:spPr>
          <a:xfrm>
            <a:off x="1689059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9" name="object 221"/>
          <p:cNvSpPr/>
          <p:nvPr userDrawn="1"/>
        </p:nvSpPr>
        <p:spPr>
          <a:xfrm>
            <a:off x="17282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0" name="object 222"/>
          <p:cNvSpPr/>
          <p:nvPr userDrawn="1"/>
        </p:nvSpPr>
        <p:spPr>
          <a:xfrm>
            <a:off x="176750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1" name="object 223"/>
          <p:cNvSpPr/>
          <p:nvPr userDrawn="1"/>
        </p:nvSpPr>
        <p:spPr>
          <a:xfrm>
            <a:off x="1806731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2" name="object 224"/>
          <p:cNvSpPr/>
          <p:nvPr userDrawn="1"/>
        </p:nvSpPr>
        <p:spPr>
          <a:xfrm>
            <a:off x="184595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3" name="object 225"/>
          <p:cNvSpPr/>
          <p:nvPr userDrawn="1"/>
        </p:nvSpPr>
        <p:spPr>
          <a:xfrm>
            <a:off x="1885181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4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5" name="object 227"/>
          <p:cNvSpPr/>
          <p:nvPr userDrawn="1"/>
        </p:nvSpPr>
        <p:spPr>
          <a:xfrm>
            <a:off x="151264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6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7" name="object 229"/>
          <p:cNvSpPr/>
          <p:nvPr userDrawn="1"/>
        </p:nvSpPr>
        <p:spPr>
          <a:xfrm>
            <a:off x="1591276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8" name="object 230"/>
          <p:cNvSpPr/>
          <p:nvPr userDrawn="1"/>
        </p:nvSpPr>
        <p:spPr>
          <a:xfrm>
            <a:off x="163059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9" name="object 231"/>
          <p:cNvSpPr/>
          <p:nvPr userDrawn="1"/>
        </p:nvSpPr>
        <p:spPr>
          <a:xfrm>
            <a:off x="166990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0" name="object 232"/>
          <p:cNvSpPr/>
          <p:nvPr userDrawn="1"/>
        </p:nvSpPr>
        <p:spPr>
          <a:xfrm>
            <a:off x="170922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1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2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3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4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5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6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7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8" name="object 240"/>
          <p:cNvSpPr/>
          <p:nvPr userDrawn="1"/>
        </p:nvSpPr>
        <p:spPr>
          <a:xfrm>
            <a:off x="1591276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9" name="object 241"/>
          <p:cNvSpPr/>
          <p:nvPr userDrawn="1"/>
        </p:nvSpPr>
        <p:spPr>
          <a:xfrm>
            <a:off x="1630592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0" name="object 242"/>
          <p:cNvSpPr/>
          <p:nvPr userDrawn="1"/>
        </p:nvSpPr>
        <p:spPr>
          <a:xfrm>
            <a:off x="166990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1" name="object 243"/>
          <p:cNvSpPr/>
          <p:nvPr userDrawn="1"/>
        </p:nvSpPr>
        <p:spPr>
          <a:xfrm>
            <a:off x="17092254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2" name="object 244"/>
          <p:cNvSpPr/>
          <p:nvPr userDrawn="1"/>
        </p:nvSpPr>
        <p:spPr>
          <a:xfrm>
            <a:off x="1748542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3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4" name="object 246"/>
          <p:cNvSpPr/>
          <p:nvPr userDrawn="1"/>
        </p:nvSpPr>
        <p:spPr>
          <a:xfrm>
            <a:off x="1827175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5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6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7" name="object 249"/>
          <p:cNvSpPr/>
          <p:nvPr userDrawn="1"/>
        </p:nvSpPr>
        <p:spPr>
          <a:xfrm>
            <a:off x="19244084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8" name="object 250"/>
          <p:cNvSpPr/>
          <p:nvPr userDrawn="1"/>
        </p:nvSpPr>
        <p:spPr>
          <a:xfrm>
            <a:off x="19244084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9" name="object 251"/>
          <p:cNvSpPr/>
          <p:nvPr userDrawn="1"/>
        </p:nvSpPr>
        <p:spPr>
          <a:xfrm>
            <a:off x="19244084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0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1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2" name="object 254"/>
          <p:cNvSpPr/>
          <p:nvPr userDrawn="1"/>
        </p:nvSpPr>
        <p:spPr>
          <a:xfrm>
            <a:off x="143502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3" name="object 255"/>
          <p:cNvSpPr/>
          <p:nvPr userDrawn="1"/>
        </p:nvSpPr>
        <p:spPr>
          <a:xfrm>
            <a:off x="1414489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4" name="object 256"/>
          <p:cNvSpPr/>
          <p:nvPr userDrawn="1"/>
        </p:nvSpPr>
        <p:spPr>
          <a:xfrm>
            <a:off x="14144899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5" name="object 257"/>
          <p:cNvSpPr/>
          <p:nvPr userDrawn="1"/>
        </p:nvSpPr>
        <p:spPr>
          <a:xfrm>
            <a:off x="14144899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6" name="object 258"/>
          <p:cNvSpPr/>
          <p:nvPr userDrawn="1"/>
        </p:nvSpPr>
        <p:spPr>
          <a:xfrm>
            <a:off x="143502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7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8" name="object 260"/>
          <p:cNvSpPr/>
          <p:nvPr userDrawn="1"/>
        </p:nvSpPr>
        <p:spPr>
          <a:xfrm>
            <a:off x="19449450" y="10194831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9" name="object 261"/>
          <p:cNvSpPr/>
          <p:nvPr userDrawn="1"/>
        </p:nvSpPr>
        <p:spPr>
          <a:xfrm>
            <a:off x="19449450" y="9972984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0" name="object 262"/>
          <p:cNvSpPr/>
          <p:nvPr userDrawn="1"/>
        </p:nvSpPr>
        <p:spPr>
          <a:xfrm>
            <a:off x="19449450" y="10653874"/>
            <a:ext cx="26407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1" name="object 263"/>
          <p:cNvSpPr/>
          <p:nvPr userDrawn="1"/>
        </p:nvSpPr>
        <p:spPr>
          <a:xfrm>
            <a:off x="72889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2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3" name="object 265"/>
          <p:cNvSpPr/>
          <p:nvPr userDrawn="1"/>
        </p:nvSpPr>
        <p:spPr>
          <a:xfrm>
            <a:off x="70845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4" name="object 266"/>
          <p:cNvSpPr/>
          <p:nvPr userDrawn="1"/>
        </p:nvSpPr>
        <p:spPr>
          <a:xfrm>
            <a:off x="747678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5" name="object 267"/>
          <p:cNvSpPr/>
          <p:nvPr userDrawn="1"/>
        </p:nvSpPr>
        <p:spPr>
          <a:xfrm>
            <a:off x="78690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6" name="object 268"/>
          <p:cNvSpPr/>
          <p:nvPr userDrawn="1"/>
        </p:nvSpPr>
        <p:spPr>
          <a:xfrm>
            <a:off x="708454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7" name="object 269"/>
          <p:cNvSpPr/>
          <p:nvPr userDrawn="1"/>
        </p:nvSpPr>
        <p:spPr>
          <a:xfrm>
            <a:off x="747678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8" name="object 270"/>
          <p:cNvSpPr/>
          <p:nvPr userDrawn="1"/>
        </p:nvSpPr>
        <p:spPr>
          <a:xfrm>
            <a:off x="786903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9" name="object 271"/>
          <p:cNvSpPr/>
          <p:nvPr userDrawn="1"/>
        </p:nvSpPr>
        <p:spPr>
          <a:xfrm>
            <a:off x="70845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0" name="object 272"/>
          <p:cNvSpPr/>
          <p:nvPr userDrawn="1"/>
        </p:nvSpPr>
        <p:spPr>
          <a:xfrm>
            <a:off x="747678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1" name="object 273"/>
          <p:cNvSpPr/>
          <p:nvPr userDrawn="1"/>
        </p:nvSpPr>
        <p:spPr>
          <a:xfrm>
            <a:off x="78690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2" name="object 274"/>
          <p:cNvSpPr/>
          <p:nvPr userDrawn="1"/>
        </p:nvSpPr>
        <p:spPr>
          <a:xfrm>
            <a:off x="72889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3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4" name="object 276"/>
          <p:cNvSpPr/>
          <p:nvPr userDrawn="1"/>
        </p:nvSpPr>
        <p:spPr>
          <a:xfrm>
            <a:off x="72889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5" name="object 277"/>
          <p:cNvSpPr/>
          <p:nvPr userDrawn="1"/>
        </p:nvSpPr>
        <p:spPr>
          <a:xfrm>
            <a:off x="768216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6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7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8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9" name="object 282"/>
          <p:cNvSpPr txBox="1"/>
          <p:nvPr userDrawn="1"/>
        </p:nvSpPr>
        <p:spPr>
          <a:xfrm>
            <a:off x="18269673" y="10119360"/>
            <a:ext cx="621577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8EC216-A14D-D240-A2D4-F477DFC203F5}" type="slidenum">
              <a:rPr kumimoji="0" lang="pt-BR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rple 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GGR0001_template_ppt_neographene_08_pa1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4022"/>
            <a:ext cx="20375388" cy="11459722"/>
          </a:xfrm>
          <a:prstGeom prst="rect">
            <a:avLst/>
          </a:prstGeom>
        </p:spPr>
      </p:pic>
      <p:sp>
        <p:nvSpPr>
          <p:cNvPr id="8" name="Title 18"/>
          <p:cNvSpPr>
            <a:spLocks noGrp="1"/>
          </p:cNvSpPr>
          <p:nvPr>
            <p:ph type="title" hasCustomPrompt="1"/>
          </p:nvPr>
        </p:nvSpPr>
        <p:spPr>
          <a:xfrm>
            <a:off x="1670050" y="8153400"/>
            <a:ext cx="16473485" cy="762000"/>
          </a:xfrm>
          <a:prstGeom prst="rect">
            <a:avLst/>
          </a:prstGeom>
        </p:spPr>
        <p:txBody>
          <a:bodyPr vert="horz"/>
          <a:lstStyle>
            <a:lvl1pPr algn="l">
              <a:defRPr sz="5300" spc="0" baseline="0">
                <a:solidFill>
                  <a:srgbClr val="444C4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tabLst>
                <a:tab pos="4191635" algn="l"/>
              </a:tabLst>
            </a:pPr>
            <a:r>
              <a:rPr lang="pt-BR" sz="5350" spc="0" noProof="0" dirty="0">
                <a:solidFill>
                  <a:srgbClr val="6E6E6E"/>
                </a:solidFill>
                <a:latin typeface="Trebuchet MS"/>
                <a:cs typeface="Trebuchet MS"/>
              </a:rPr>
              <a:t>Click </a:t>
            </a:r>
            <a:r>
              <a:rPr lang="pt-BR" sz="5350" spc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to</a:t>
            </a:r>
            <a:r>
              <a:rPr lang="pt-BR" sz="5350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5350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add</a:t>
            </a:r>
            <a:r>
              <a:rPr lang="pt-BR" sz="5350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5350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section</a:t>
            </a:r>
            <a:r>
              <a:rPr lang="pt-BR" sz="5350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5350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title</a:t>
            </a:r>
            <a:endParaRPr lang="pt-BR" sz="5350" spc="0" noProof="0" dirty="0">
              <a:latin typeface="Trebuchet MS"/>
              <a:cs typeface="Trebuchet MS"/>
            </a:endParaRPr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0" hasCustomPrompt="1"/>
          </p:nvPr>
        </p:nvSpPr>
        <p:spPr>
          <a:xfrm>
            <a:off x="1670050" y="6701185"/>
            <a:ext cx="16477139" cy="53340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3700" b="1" i="0" spc="0">
                <a:solidFill>
                  <a:srgbClr val="444C4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pt-BR" sz="3700" b="1" spc="0" noProof="0" dirty="0">
                <a:solidFill>
                  <a:srgbClr val="6E6E6E"/>
                </a:solidFill>
                <a:latin typeface="Trebuchet MS"/>
                <a:cs typeface="Trebuchet MS"/>
              </a:rPr>
              <a:t>Click </a:t>
            </a:r>
            <a:r>
              <a:rPr lang="pt-BR" sz="3700" b="1" spc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to</a:t>
            </a:r>
            <a:r>
              <a:rPr lang="pt-BR" sz="3700" b="1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3700" b="1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add</a:t>
            </a:r>
            <a:r>
              <a:rPr lang="pt-BR" sz="3700" b="1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3700" b="1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section</a:t>
            </a:r>
            <a:r>
              <a:rPr lang="pt-BR" sz="3700" b="1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3700" b="1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number</a:t>
            </a:r>
            <a:endParaRPr lang="pt-BR" sz="3700" spc="0" noProof="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3738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AA6DC34-F94E-4BAF-9F50-27AA4CCE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457"/>
            <a:ext cx="17339786" cy="218717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90275008-16A2-4D81-B286-402729F29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3919"/>
            <a:ext cx="8504976" cy="1359455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61C55ED1-672C-4C81-8155-B292EDED8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3374"/>
            <a:ext cx="8504976" cy="60795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CA6F2EEA-8BB1-4B74-8B6B-14033E3C3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3919"/>
            <a:ext cx="8546861" cy="1359455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1AE53B75-9E5B-42EC-B478-BD7E98CAC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3374"/>
            <a:ext cx="8546861" cy="60795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38023A7F-40A6-4B61-B60C-4973B6CF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879B942B-2E58-4694-9D22-D2A94318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00E8C384-5156-4B47-81CB-863B7EFA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Imagem 10" descr="Uma imagem contendo edifício&#10;&#10;Descrição gerada automaticamente">
            <a:extLst>
              <a:ext uri="{FF2B5EF4-FFF2-40B4-BE49-F238E27FC236}">
                <a16:creationId xmlns="" xmlns:a16="http://schemas.microsoft.com/office/drawing/2014/main" id="{AA0C77FC-4B0E-4E81-B88B-39733C741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157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30775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DEB4248-DF96-403D-AC06-CA46A704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C05E0B57-56BA-451F-B499-7ADDC850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9301AC43-EAC5-4081-BFF2-507224C4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9D821631-B581-44B7-BC33-7CA23A53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BAACAFCF-CA50-4D86-B78A-C33BD3745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57330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F6EBA38C-6778-4638-AED8-9803C66407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44589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16A2F380-7E84-460B-9CC6-977863A8AB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76460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D7B2E1E1-BD09-40D7-A937-420DC9CBA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45085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041919D8-D0EE-43F9-962F-0480E1324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62804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 descr="Tela de computador com texto preto sobre fundo branco&#10;&#10;Descrição gerada automaticamente">
            <a:extLst>
              <a:ext uri="{FF2B5EF4-FFF2-40B4-BE49-F238E27FC236}">
                <a16:creationId xmlns="" xmlns:a16="http://schemas.microsoft.com/office/drawing/2014/main" id="{7AE994AF-C92F-42F3-89C9-241CF629CD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5925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 descr="Tela de computador com texto preto sobre fundo branco&#10;&#10;Descrição gerada automaticamente">
            <a:extLst>
              <a:ext uri="{FF2B5EF4-FFF2-40B4-BE49-F238E27FC236}">
                <a16:creationId xmlns="" xmlns:a16="http://schemas.microsoft.com/office/drawing/2014/main" id="{5922E492-3E9A-4902-9599-F390C2631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272327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CE9439B9-B7A9-4EA6-A76E-6DBE1FFE3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89425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16867A5E-B8DA-489A-81AB-6CE4CC104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768723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Green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 userDrawn="1"/>
        </p:nvSpPr>
        <p:spPr>
          <a:xfrm>
            <a:off x="336931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" name="object 6"/>
          <p:cNvSpPr/>
          <p:nvPr userDrawn="1"/>
        </p:nvSpPr>
        <p:spPr>
          <a:xfrm>
            <a:off x="37624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" name="object 7"/>
          <p:cNvSpPr/>
          <p:nvPr userDrawn="1"/>
        </p:nvSpPr>
        <p:spPr>
          <a:xfrm>
            <a:off x="41556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" name="object 8"/>
          <p:cNvSpPr/>
          <p:nvPr userDrawn="1"/>
        </p:nvSpPr>
        <p:spPr>
          <a:xfrm>
            <a:off x="454882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" name="object 9"/>
          <p:cNvSpPr/>
          <p:nvPr userDrawn="1"/>
        </p:nvSpPr>
        <p:spPr>
          <a:xfrm>
            <a:off x="494198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" name="object 10"/>
          <p:cNvSpPr/>
          <p:nvPr userDrawn="1"/>
        </p:nvSpPr>
        <p:spPr>
          <a:xfrm>
            <a:off x="533516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" name="object 11"/>
          <p:cNvSpPr/>
          <p:nvPr userDrawn="1"/>
        </p:nvSpPr>
        <p:spPr>
          <a:xfrm>
            <a:off x="316857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" name="object 13"/>
          <p:cNvSpPr/>
          <p:nvPr userDrawn="1"/>
        </p:nvSpPr>
        <p:spPr>
          <a:xfrm>
            <a:off x="39530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" name="object 14"/>
          <p:cNvSpPr/>
          <p:nvPr userDrawn="1"/>
        </p:nvSpPr>
        <p:spPr>
          <a:xfrm>
            <a:off x="434530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" name="object 15"/>
          <p:cNvSpPr/>
          <p:nvPr userDrawn="1"/>
        </p:nvSpPr>
        <p:spPr>
          <a:xfrm>
            <a:off x="473754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" name="object 17"/>
          <p:cNvSpPr/>
          <p:nvPr userDrawn="1"/>
        </p:nvSpPr>
        <p:spPr>
          <a:xfrm>
            <a:off x="552204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" name="object 18"/>
          <p:cNvSpPr/>
          <p:nvPr userDrawn="1"/>
        </p:nvSpPr>
        <p:spPr>
          <a:xfrm>
            <a:off x="120733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" name="object 19"/>
          <p:cNvSpPr/>
          <p:nvPr userDrawn="1"/>
        </p:nvSpPr>
        <p:spPr>
          <a:xfrm>
            <a:off x="1599584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" name="object 20"/>
          <p:cNvSpPr/>
          <p:nvPr userDrawn="1"/>
        </p:nvSpPr>
        <p:spPr>
          <a:xfrm>
            <a:off x="1991835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" name="object 21"/>
          <p:cNvSpPr/>
          <p:nvPr userDrawn="1"/>
        </p:nvSpPr>
        <p:spPr>
          <a:xfrm>
            <a:off x="2384076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" name="object 22"/>
          <p:cNvSpPr/>
          <p:nvPr userDrawn="1"/>
        </p:nvSpPr>
        <p:spPr>
          <a:xfrm>
            <a:off x="277632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" name="object 23"/>
          <p:cNvSpPr/>
          <p:nvPr userDrawn="1"/>
        </p:nvSpPr>
        <p:spPr>
          <a:xfrm>
            <a:off x="3168573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" name="object 24"/>
          <p:cNvSpPr/>
          <p:nvPr userDrawn="1"/>
        </p:nvSpPr>
        <p:spPr>
          <a:xfrm>
            <a:off x="3560812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" name="object 25"/>
          <p:cNvSpPr/>
          <p:nvPr userDrawn="1"/>
        </p:nvSpPr>
        <p:spPr>
          <a:xfrm>
            <a:off x="3953055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" name="object 26"/>
          <p:cNvSpPr/>
          <p:nvPr userDrawn="1"/>
        </p:nvSpPr>
        <p:spPr>
          <a:xfrm>
            <a:off x="4345291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" name="object 27"/>
          <p:cNvSpPr/>
          <p:nvPr userDrawn="1"/>
        </p:nvSpPr>
        <p:spPr>
          <a:xfrm>
            <a:off x="4737542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8" name="object 28"/>
          <p:cNvSpPr/>
          <p:nvPr userDrawn="1"/>
        </p:nvSpPr>
        <p:spPr>
          <a:xfrm>
            <a:off x="5129791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9" name="object 29"/>
          <p:cNvSpPr/>
          <p:nvPr userDrawn="1"/>
        </p:nvSpPr>
        <p:spPr>
          <a:xfrm>
            <a:off x="5522032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0" name="object 30"/>
          <p:cNvSpPr/>
          <p:nvPr userDrawn="1"/>
        </p:nvSpPr>
        <p:spPr>
          <a:xfrm>
            <a:off x="120734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1" name="object 31"/>
          <p:cNvSpPr/>
          <p:nvPr userDrawn="1"/>
        </p:nvSpPr>
        <p:spPr>
          <a:xfrm>
            <a:off x="15995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2" name="object 32"/>
          <p:cNvSpPr/>
          <p:nvPr userDrawn="1"/>
        </p:nvSpPr>
        <p:spPr>
          <a:xfrm>
            <a:off x="199183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3" name="object 33"/>
          <p:cNvSpPr/>
          <p:nvPr userDrawn="1"/>
        </p:nvSpPr>
        <p:spPr>
          <a:xfrm>
            <a:off x="23840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4" name="object 34"/>
          <p:cNvSpPr/>
          <p:nvPr userDrawn="1"/>
        </p:nvSpPr>
        <p:spPr>
          <a:xfrm>
            <a:off x="277632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5" name="object 35"/>
          <p:cNvSpPr/>
          <p:nvPr userDrawn="1"/>
        </p:nvSpPr>
        <p:spPr>
          <a:xfrm>
            <a:off x="3168573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6" name="object 36"/>
          <p:cNvSpPr/>
          <p:nvPr userDrawn="1"/>
        </p:nvSpPr>
        <p:spPr>
          <a:xfrm>
            <a:off x="356081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7" name="object 37"/>
          <p:cNvSpPr/>
          <p:nvPr userDrawn="1"/>
        </p:nvSpPr>
        <p:spPr>
          <a:xfrm>
            <a:off x="395305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8" name="object 38"/>
          <p:cNvSpPr/>
          <p:nvPr userDrawn="1"/>
        </p:nvSpPr>
        <p:spPr>
          <a:xfrm>
            <a:off x="434530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9" name="object 39"/>
          <p:cNvSpPr/>
          <p:nvPr userDrawn="1"/>
        </p:nvSpPr>
        <p:spPr>
          <a:xfrm>
            <a:off x="473754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0" name="object 40"/>
          <p:cNvSpPr/>
          <p:nvPr userDrawn="1"/>
        </p:nvSpPr>
        <p:spPr>
          <a:xfrm>
            <a:off x="5129791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1" name="object 41"/>
          <p:cNvSpPr/>
          <p:nvPr userDrawn="1"/>
        </p:nvSpPr>
        <p:spPr>
          <a:xfrm>
            <a:off x="552204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2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3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4" name="object 44"/>
          <p:cNvSpPr/>
          <p:nvPr userDrawn="1"/>
        </p:nvSpPr>
        <p:spPr>
          <a:xfrm>
            <a:off x="218980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5" name="object 45"/>
          <p:cNvSpPr/>
          <p:nvPr userDrawn="1"/>
        </p:nvSpPr>
        <p:spPr>
          <a:xfrm>
            <a:off x="258298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6" name="object 46"/>
          <p:cNvSpPr/>
          <p:nvPr userDrawn="1"/>
        </p:nvSpPr>
        <p:spPr>
          <a:xfrm>
            <a:off x="297615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7" name="object 47"/>
          <p:cNvSpPr/>
          <p:nvPr userDrawn="1"/>
        </p:nvSpPr>
        <p:spPr>
          <a:xfrm>
            <a:off x="336931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8" name="object 48"/>
          <p:cNvSpPr/>
          <p:nvPr userDrawn="1"/>
        </p:nvSpPr>
        <p:spPr>
          <a:xfrm>
            <a:off x="37624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9" name="object 49"/>
          <p:cNvSpPr/>
          <p:nvPr userDrawn="1"/>
        </p:nvSpPr>
        <p:spPr>
          <a:xfrm>
            <a:off x="41556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0" name="object 50"/>
          <p:cNvSpPr/>
          <p:nvPr userDrawn="1"/>
        </p:nvSpPr>
        <p:spPr>
          <a:xfrm>
            <a:off x="454882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1" name="object 51"/>
          <p:cNvSpPr/>
          <p:nvPr userDrawn="1"/>
        </p:nvSpPr>
        <p:spPr>
          <a:xfrm>
            <a:off x="494198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2" name="object 52"/>
          <p:cNvSpPr/>
          <p:nvPr userDrawn="1"/>
        </p:nvSpPr>
        <p:spPr>
          <a:xfrm>
            <a:off x="533516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3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4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5" name="object 55"/>
          <p:cNvSpPr/>
          <p:nvPr userDrawn="1"/>
        </p:nvSpPr>
        <p:spPr>
          <a:xfrm>
            <a:off x="218979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6" name="object 56"/>
          <p:cNvSpPr/>
          <p:nvPr userDrawn="1"/>
        </p:nvSpPr>
        <p:spPr>
          <a:xfrm>
            <a:off x="2582980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7" name="object 57"/>
          <p:cNvSpPr/>
          <p:nvPr userDrawn="1"/>
        </p:nvSpPr>
        <p:spPr>
          <a:xfrm>
            <a:off x="2976151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8" name="object 58"/>
          <p:cNvSpPr/>
          <p:nvPr userDrawn="1"/>
        </p:nvSpPr>
        <p:spPr>
          <a:xfrm>
            <a:off x="336931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9" name="object 59"/>
          <p:cNvSpPr/>
          <p:nvPr userDrawn="1"/>
        </p:nvSpPr>
        <p:spPr>
          <a:xfrm>
            <a:off x="376249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0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1" name="object 61"/>
          <p:cNvSpPr/>
          <p:nvPr userDrawn="1"/>
        </p:nvSpPr>
        <p:spPr>
          <a:xfrm>
            <a:off x="454882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2" name="object 62"/>
          <p:cNvSpPr/>
          <p:nvPr userDrawn="1"/>
        </p:nvSpPr>
        <p:spPr>
          <a:xfrm>
            <a:off x="494198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3" name="object 63"/>
          <p:cNvSpPr/>
          <p:nvPr userDrawn="1"/>
        </p:nvSpPr>
        <p:spPr>
          <a:xfrm>
            <a:off x="533515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4" name="object 64"/>
          <p:cNvSpPr/>
          <p:nvPr userDrawn="1"/>
        </p:nvSpPr>
        <p:spPr>
          <a:xfrm>
            <a:off x="572742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5" name="object 65"/>
          <p:cNvSpPr/>
          <p:nvPr userDrawn="1"/>
        </p:nvSpPr>
        <p:spPr>
          <a:xfrm>
            <a:off x="5914301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6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7" name="object 67"/>
          <p:cNvSpPr/>
          <p:nvPr userDrawn="1"/>
        </p:nvSpPr>
        <p:spPr>
          <a:xfrm>
            <a:off x="5914301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8" name="object 68"/>
          <p:cNvSpPr/>
          <p:nvPr userDrawn="1"/>
        </p:nvSpPr>
        <p:spPr>
          <a:xfrm>
            <a:off x="572742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9" name="object 69"/>
          <p:cNvSpPr/>
          <p:nvPr userDrawn="1"/>
        </p:nvSpPr>
        <p:spPr>
          <a:xfrm>
            <a:off x="572742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0" name="object 70"/>
          <p:cNvSpPr/>
          <p:nvPr userDrawn="1"/>
        </p:nvSpPr>
        <p:spPr>
          <a:xfrm>
            <a:off x="815127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1" name="object 71"/>
          <p:cNvSpPr/>
          <p:nvPr userDrawn="1"/>
        </p:nvSpPr>
        <p:spPr>
          <a:xfrm>
            <a:off x="815117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2" name="object 72"/>
          <p:cNvSpPr/>
          <p:nvPr userDrawn="1"/>
        </p:nvSpPr>
        <p:spPr>
          <a:xfrm>
            <a:off x="815127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3" name="object 73"/>
          <p:cNvSpPr/>
          <p:nvPr userDrawn="1"/>
        </p:nvSpPr>
        <p:spPr>
          <a:xfrm>
            <a:off x="10204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4" name="object 74"/>
          <p:cNvSpPr/>
          <p:nvPr userDrawn="1"/>
        </p:nvSpPr>
        <p:spPr>
          <a:xfrm>
            <a:off x="102049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5" name="object 75"/>
          <p:cNvSpPr/>
          <p:nvPr userDrawn="1"/>
        </p:nvSpPr>
        <p:spPr>
          <a:xfrm>
            <a:off x="650265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6" name="object 76"/>
          <p:cNvSpPr/>
          <p:nvPr userDrawn="1"/>
        </p:nvSpPr>
        <p:spPr>
          <a:xfrm>
            <a:off x="6895822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7" name="object 77"/>
          <p:cNvSpPr/>
          <p:nvPr userDrawn="1"/>
        </p:nvSpPr>
        <p:spPr>
          <a:xfrm>
            <a:off x="630652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8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9" name="object 79"/>
          <p:cNvSpPr/>
          <p:nvPr userDrawn="1"/>
        </p:nvSpPr>
        <p:spPr>
          <a:xfrm>
            <a:off x="6306533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0" name="object 80"/>
          <p:cNvSpPr/>
          <p:nvPr userDrawn="1"/>
        </p:nvSpPr>
        <p:spPr>
          <a:xfrm>
            <a:off x="6698760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1" name="object 81"/>
          <p:cNvSpPr/>
          <p:nvPr userDrawn="1"/>
        </p:nvSpPr>
        <p:spPr>
          <a:xfrm>
            <a:off x="6306521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2" name="object 82"/>
          <p:cNvSpPr/>
          <p:nvPr userDrawn="1"/>
        </p:nvSpPr>
        <p:spPr>
          <a:xfrm>
            <a:off x="6698770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3" name="object 83"/>
          <p:cNvSpPr/>
          <p:nvPr userDrawn="1"/>
        </p:nvSpPr>
        <p:spPr>
          <a:xfrm>
            <a:off x="650265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4" name="object 84"/>
          <p:cNvSpPr/>
          <p:nvPr userDrawn="1"/>
        </p:nvSpPr>
        <p:spPr>
          <a:xfrm>
            <a:off x="6895822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5" name="object 85"/>
          <p:cNvSpPr/>
          <p:nvPr userDrawn="1"/>
        </p:nvSpPr>
        <p:spPr>
          <a:xfrm>
            <a:off x="6502651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6" name="object 86"/>
          <p:cNvSpPr/>
          <p:nvPr userDrawn="1"/>
        </p:nvSpPr>
        <p:spPr>
          <a:xfrm>
            <a:off x="6895813" y="10667088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7" name="object 87"/>
          <p:cNvSpPr/>
          <p:nvPr userDrawn="1"/>
        </p:nvSpPr>
        <p:spPr>
          <a:xfrm>
            <a:off x="61196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8" name="object 88"/>
          <p:cNvSpPr/>
          <p:nvPr userDrawn="1"/>
        </p:nvSpPr>
        <p:spPr>
          <a:xfrm>
            <a:off x="61196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9" name="object 89"/>
          <p:cNvSpPr/>
          <p:nvPr userDrawn="1"/>
        </p:nvSpPr>
        <p:spPr>
          <a:xfrm>
            <a:off x="611966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0" name="object 90"/>
          <p:cNvSpPr/>
          <p:nvPr userDrawn="1"/>
        </p:nvSpPr>
        <p:spPr>
          <a:xfrm>
            <a:off x="628256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1" name="object 91"/>
          <p:cNvSpPr/>
          <p:nvPr userDrawn="1"/>
        </p:nvSpPr>
        <p:spPr>
          <a:xfrm>
            <a:off x="628256" y="9972985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2" name="object 92"/>
          <p:cNvSpPr/>
          <p:nvPr userDrawn="1"/>
        </p:nvSpPr>
        <p:spPr>
          <a:xfrm>
            <a:off x="628256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3" name="object 93"/>
          <p:cNvSpPr/>
          <p:nvPr userDrawn="1"/>
        </p:nvSpPr>
        <p:spPr>
          <a:xfrm>
            <a:off x="88496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4" name="object 94"/>
          <p:cNvSpPr/>
          <p:nvPr userDrawn="1"/>
        </p:nvSpPr>
        <p:spPr>
          <a:xfrm>
            <a:off x="924282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5" name="object 95"/>
          <p:cNvSpPr/>
          <p:nvPr userDrawn="1"/>
        </p:nvSpPr>
        <p:spPr>
          <a:xfrm>
            <a:off x="96359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6" name="object 96"/>
          <p:cNvSpPr/>
          <p:nvPr userDrawn="1"/>
        </p:nvSpPr>
        <p:spPr>
          <a:xfrm>
            <a:off x="100291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7" name="object 97"/>
          <p:cNvSpPr/>
          <p:nvPr userDrawn="1"/>
        </p:nvSpPr>
        <p:spPr>
          <a:xfrm>
            <a:off x="1042233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8" name="object 98"/>
          <p:cNvSpPr/>
          <p:nvPr userDrawn="1"/>
        </p:nvSpPr>
        <p:spPr>
          <a:xfrm>
            <a:off x="1081550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9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0" name="object 100"/>
          <p:cNvSpPr/>
          <p:nvPr userDrawn="1"/>
        </p:nvSpPr>
        <p:spPr>
          <a:xfrm>
            <a:off x="116018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1" name="object 101"/>
          <p:cNvSpPr/>
          <p:nvPr userDrawn="1"/>
        </p:nvSpPr>
        <p:spPr>
          <a:xfrm>
            <a:off x="1199500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2" name="object 102"/>
          <p:cNvSpPr/>
          <p:nvPr userDrawn="1"/>
        </p:nvSpPr>
        <p:spPr>
          <a:xfrm>
            <a:off x="123881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3" name="object 103"/>
          <p:cNvSpPr/>
          <p:nvPr userDrawn="1"/>
        </p:nvSpPr>
        <p:spPr>
          <a:xfrm>
            <a:off x="1278135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4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5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6" name="object 106"/>
          <p:cNvSpPr/>
          <p:nvPr userDrawn="1"/>
        </p:nvSpPr>
        <p:spPr>
          <a:xfrm>
            <a:off x="943801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7" name="object 107"/>
          <p:cNvSpPr/>
          <p:nvPr userDrawn="1"/>
        </p:nvSpPr>
        <p:spPr>
          <a:xfrm>
            <a:off x="983025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8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9" name="object 109"/>
          <p:cNvSpPr/>
          <p:nvPr userDrawn="1"/>
        </p:nvSpPr>
        <p:spPr>
          <a:xfrm>
            <a:off x="106147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0" name="object 110"/>
          <p:cNvSpPr/>
          <p:nvPr userDrawn="1"/>
        </p:nvSpPr>
        <p:spPr>
          <a:xfrm>
            <a:off x="1100699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1" name="object 111"/>
          <p:cNvSpPr/>
          <p:nvPr userDrawn="1"/>
        </p:nvSpPr>
        <p:spPr>
          <a:xfrm>
            <a:off x="113992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2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3" name="object 113"/>
          <p:cNvSpPr/>
          <p:nvPr userDrawn="1"/>
        </p:nvSpPr>
        <p:spPr>
          <a:xfrm>
            <a:off x="121837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4" name="object 114"/>
          <p:cNvSpPr/>
          <p:nvPr userDrawn="1"/>
        </p:nvSpPr>
        <p:spPr>
          <a:xfrm>
            <a:off x="125759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5" name="object 115"/>
          <p:cNvSpPr/>
          <p:nvPr userDrawn="1"/>
        </p:nvSpPr>
        <p:spPr>
          <a:xfrm>
            <a:off x="1296822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6" name="object 116"/>
          <p:cNvSpPr/>
          <p:nvPr userDrawn="1"/>
        </p:nvSpPr>
        <p:spPr>
          <a:xfrm>
            <a:off x="865352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7" name="object 117"/>
          <p:cNvSpPr/>
          <p:nvPr userDrawn="1"/>
        </p:nvSpPr>
        <p:spPr>
          <a:xfrm>
            <a:off x="9045767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8" name="object 118"/>
          <p:cNvSpPr/>
          <p:nvPr userDrawn="1"/>
        </p:nvSpPr>
        <p:spPr>
          <a:xfrm>
            <a:off x="943801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9" name="object 119"/>
          <p:cNvSpPr/>
          <p:nvPr userDrawn="1"/>
        </p:nvSpPr>
        <p:spPr>
          <a:xfrm>
            <a:off x="9830258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0" name="object 120"/>
          <p:cNvSpPr/>
          <p:nvPr userDrawn="1"/>
        </p:nvSpPr>
        <p:spPr>
          <a:xfrm>
            <a:off x="1022250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1" name="object 121"/>
          <p:cNvSpPr/>
          <p:nvPr userDrawn="1"/>
        </p:nvSpPr>
        <p:spPr>
          <a:xfrm>
            <a:off x="1061475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2" name="object 122"/>
          <p:cNvSpPr/>
          <p:nvPr userDrawn="1"/>
        </p:nvSpPr>
        <p:spPr>
          <a:xfrm>
            <a:off x="1100699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3" name="object 123"/>
          <p:cNvSpPr/>
          <p:nvPr userDrawn="1"/>
        </p:nvSpPr>
        <p:spPr>
          <a:xfrm>
            <a:off x="1139924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4" name="object 124"/>
          <p:cNvSpPr/>
          <p:nvPr userDrawn="1"/>
        </p:nvSpPr>
        <p:spPr>
          <a:xfrm>
            <a:off x="11791474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5" name="object 125"/>
          <p:cNvSpPr/>
          <p:nvPr userDrawn="1"/>
        </p:nvSpPr>
        <p:spPr>
          <a:xfrm>
            <a:off x="12183723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6" name="object 126"/>
          <p:cNvSpPr/>
          <p:nvPr userDrawn="1"/>
        </p:nvSpPr>
        <p:spPr>
          <a:xfrm>
            <a:off x="12575984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7" name="object 127"/>
          <p:cNvSpPr/>
          <p:nvPr userDrawn="1"/>
        </p:nvSpPr>
        <p:spPr>
          <a:xfrm>
            <a:off x="1296822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8" name="object 128"/>
          <p:cNvSpPr/>
          <p:nvPr userDrawn="1"/>
        </p:nvSpPr>
        <p:spPr>
          <a:xfrm>
            <a:off x="865352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9" name="object 129"/>
          <p:cNvSpPr/>
          <p:nvPr userDrawn="1"/>
        </p:nvSpPr>
        <p:spPr>
          <a:xfrm>
            <a:off x="904577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0" name="object 130"/>
          <p:cNvSpPr/>
          <p:nvPr userDrawn="1"/>
        </p:nvSpPr>
        <p:spPr>
          <a:xfrm>
            <a:off x="943801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1" name="object 131"/>
          <p:cNvSpPr/>
          <p:nvPr userDrawn="1"/>
        </p:nvSpPr>
        <p:spPr>
          <a:xfrm>
            <a:off x="983025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2" name="object 132"/>
          <p:cNvSpPr/>
          <p:nvPr userDrawn="1"/>
        </p:nvSpPr>
        <p:spPr>
          <a:xfrm>
            <a:off x="1022250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3" name="object 133"/>
          <p:cNvSpPr/>
          <p:nvPr userDrawn="1"/>
        </p:nvSpPr>
        <p:spPr>
          <a:xfrm>
            <a:off x="1061475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4" name="object 134"/>
          <p:cNvSpPr/>
          <p:nvPr userDrawn="1"/>
        </p:nvSpPr>
        <p:spPr>
          <a:xfrm>
            <a:off x="1100699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5" name="object 135"/>
          <p:cNvSpPr/>
          <p:nvPr userDrawn="1"/>
        </p:nvSpPr>
        <p:spPr>
          <a:xfrm>
            <a:off x="1139924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6" name="object 136"/>
          <p:cNvSpPr/>
          <p:nvPr userDrawn="1"/>
        </p:nvSpPr>
        <p:spPr>
          <a:xfrm>
            <a:off x="117914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7" name="object 137"/>
          <p:cNvSpPr/>
          <p:nvPr userDrawn="1"/>
        </p:nvSpPr>
        <p:spPr>
          <a:xfrm>
            <a:off x="12183723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8" name="object 138"/>
          <p:cNvSpPr/>
          <p:nvPr userDrawn="1"/>
        </p:nvSpPr>
        <p:spPr>
          <a:xfrm>
            <a:off x="125759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9" name="object 139"/>
          <p:cNvSpPr/>
          <p:nvPr userDrawn="1"/>
        </p:nvSpPr>
        <p:spPr>
          <a:xfrm>
            <a:off x="1296822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0" name="object 140"/>
          <p:cNvSpPr/>
          <p:nvPr userDrawn="1"/>
        </p:nvSpPr>
        <p:spPr>
          <a:xfrm>
            <a:off x="88496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1" name="object 141"/>
          <p:cNvSpPr/>
          <p:nvPr userDrawn="1"/>
        </p:nvSpPr>
        <p:spPr>
          <a:xfrm>
            <a:off x="924282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2" name="object 142"/>
          <p:cNvSpPr/>
          <p:nvPr userDrawn="1"/>
        </p:nvSpPr>
        <p:spPr>
          <a:xfrm>
            <a:off x="96359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3" name="object 143"/>
          <p:cNvSpPr/>
          <p:nvPr userDrawn="1"/>
        </p:nvSpPr>
        <p:spPr>
          <a:xfrm>
            <a:off x="100291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4" name="object 144"/>
          <p:cNvSpPr/>
          <p:nvPr userDrawn="1"/>
        </p:nvSpPr>
        <p:spPr>
          <a:xfrm>
            <a:off x="1042233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5" name="object 145"/>
          <p:cNvSpPr/>
          <p:nvPr userDrawn="1"/>
        </p:nvSpPr>
        <p:spPr>
          <a:xfrm>
            <a:off x="1081550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6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7" name="object 147"/>
          <p:cNvSpPr/>
          <p:nvPr userDrawn="1"/>
        </p:nvSpPr>
        <p:spPr>
          <a:xfrm>
            <a:off x="116018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8" name="object 148"/>
          <p:cNvSpPr/>
          <p:nvPr userDrawn="1"/>
        </p:nvSpPr>
        <p:spPr>
          <a:xfrm>
            <a:off x="1199500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9" name="object 149"/>
          <p:cNvSpPr/>
          <p:nvPr userDrawn="1"/>
        </p:nvSpPr>
        <p:spPr>
          <a:xfrm>
            <a:off x="123881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0" name="object 150"/>
          <p:cNvSpPr/>
          <p:nvPr userDrawn="1"/>
        </p:nvSpPr>
        <p:spPr>
          <a:xfrm>
            <a:off x="1278135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1" name="object 151"/>
          <p:cNvSpPr/>
          <p:nvPr userDrawn="1"/>
        </p:nvSpPr>
        <p:spPr>
          <a:xfrm>
            <a:off x="884964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2" name="object 152"/>
          <p:cNvSpPr/>
          <p:nvPr userDrawn="1"/>
        </p:nvSpPr>
        <p:spPr>
          <a:xfrm>
            <a:off x="924281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3" name="object 153"/>
          <p:cNvSpPr/>
          <p:nvPr userDrawn="1"/>
        </p:nvSpPr>
        <p:spPr>
          <a:xfrm>
            <a:off x="9635981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4" name="object 154"/>
          <p:cNvSpPr/>
          <p:nvPr userDrawn="1"/>
        </p:nvSpPr>
        <p:spPr>
          <a:xfrm>
            <a:off x="10029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5" name="object 155"/>
          <p:cNvSpPr/>
          <p:nvPr userDrawn="1"/>
        </p:nvSpPr>
        <p:spPr>
          <a:xfrm>
            <a:off x="1042233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6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7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8" name="object 158"/>
          <p:cNvSpPr/>
          <p:nvPr userDrawn="1"/>
        </p:nvSpPr>
        <p:spPr>
          <a:xfrm>
            <a:off x="116018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9" name="object 159"/>
          <p:cNvSpPr/>
          <p:nvPr userDrawn="1"/>
        </p:nvSpPr>
        <p:spPr>
          <a:xfrm>
            <a:off x="119950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0" name="object 160"/>
          <p:cNvSpPr/>
          <p:nvPr userDrawn="1"/>
        </p:nvSpPr>
        <p:spPr>
          <a:xfrm>
            <a:off x="1238817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1" name="object 161"/>
          <p:cNvSpPr/>
          <p:nvPr userDrawn="1"/>
        </p:nvSpPr>
        <p:spPr>
          <a:xfrm>
            <a:off x="12781350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2" name="object 162"/>
          <p:cNvSpPr/>
          <p:nvPr userDrawn="1"/>
        </p:nvSpPr>
        <p:spPr>
          <a:xfrm>
            <a:off x="131736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3" name="object 163"/>
          <p:cNvSpPr/>
          <p:nvPr userDrawn="1"/>
        </p:nvSpPr>
        <p:spPr>
          <a:xfrm>
            <a:off x="13360484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4" name="object 164"/>
          <p:cNvSpPr/>
          <p:nvPr userDrawn="1"/>
        </p:nvSpPr>
        <p:spPr>
          <a:xfrm>
            <a:off x="13360484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5" name="object 165"/>
          <p:cNvSpPr/>
          <p:nvPr userDrawn="1"/>
        </p:nvSpPr>
        <p:spPr>
          <a:xfrm>
            <a:off x="13360484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6" name="object 166"/>
          <p:cNvSpPr/>
          <p:nvPr userDrawn="1"/>
        </p:nvSpPr>
        <p:spPr>
          <a:xfrm>
            <a:off x="131736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7" name="object 167"/>
          <p:cNvSpPr/>
          <p:nvPr userDrawn="1"/>
        </p:nvSpPr>
        <p:spPr>
          <a:xfrm>
            <a:off x="131736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8" name="object 168"/>
          <p:cNvSpPr/>
          <p:nvPr userDrawn="1"/>
        </p:nvSpPr>
        <p:spPr>
          <a:xfrm>
            <a:off x="846667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9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0" name="object 170"/>
          <p:cNvSpPr/>
          <p:nvPr userDrawn="1"/>
        </p:nvSpPr>
        <p:spPr>
          <a:xfrm>
            <a:off x="826130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1" name="object 171"/>
          <p:cNvSpPr/>
          <p:nvPr userDrawn="1"/>
        </p:nvSpPr>
        <p:spPr>
          <a:xfrm>
            <a:off x="826130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2" name="object 172"/>
          <p:cNvSpPr/>
          <p:nvPr userDrawn="1"/>
        </p:nvSpPr>
        <p:spPr>
          <a:xfrm>
            <a:off x="846667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3" name="object 173"/>
          <p:cNvSpPr/>
          <p:nvPr userDrawn="1"/>
        </p:nvSpPr>
        <p:spPr>
          <a:xfrm>
            <a:off x="8466676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4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5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6" name="object 176"/>
          <p:cNvSpPr/>
          <p:nvPr userDrawn="1"/>
        </p:nvSpPr>
        <p:spPr>
          <a:xfrm>
            <a:off x="13752712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7" name="object 177"/>
          <p:cNvSpPr/>
          <p:nvPr userDrawn="1"/>
        </p:nvSpPr>
        <p:spPr>
          <a:xfrm>
            <a:off x="1375271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8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9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0" name="object 180"/>
          <p:cNvSpPr/>
          <p:nvPr userDrawn="1"/>
        </p:nvSpPr>
        <p:spPr>
          <a:xfrm>
            <a:off x="1356586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1" name="object 181"/>
          <p:cNvSpPr/>
          <p:nvPr userDrawn="1"/>
        </p:nvSpPr>
        <p:spPr>
          <a:xfrm>
            <a:off x="1356586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2" name="object 182"/>
          <p:cNvSpPr/>
          <p:nvPr userDrawn="1"/>
        </p:nvSpPr>
        <p:spPr>
          <a:xfrm>
            <a:off x="1356586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3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4" name="object 184"/>
          <p:cNvSpPr/>
          <p:nvPr userDrawn="1"/>
        </p:nvSpPr>
        <p:spPr>
          <a:xfrm>
            <a:off x="151264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5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6" name="object 186"/>
          <p:cNvSpPr/>
          <p:nvPr userDrawn="1"/>
        </p:nvSpPr>
        <p:spPr>
          <a:xfrm>
            <a:off x="1591276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7" name="object 187"/>
          <p:cNvSpPr/>
          <p:nvPr userDrawn="1"/>
        </p:nvSpPr>
        <p:spPr>
          <a:xfrm>
            <a:off x="1630592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8" name="object 188"/>
          <p:cNvSpPr/>
          <p:nvPr userDrawn="1"/>
        </p:nvSpPr>
        <p:spPr>
          <a:xfrm>
            <a:off x="1669909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9" name="object 189"/>
          <p:cNvSpPr/>
          <p:nvPr userDrawn="1"/>
        </p:nvSpPr>
        <p:spPr>
          <a:xfrm>
            <a:off x="1709225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0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1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2" name="object 192"/>
          <p:cNvSpPr/>
          <p:nvPr userDrawn="1"/>
        </p:nvSpPr>
        <p:spPr>
          <a:xfrm>
            <a:off x="1453711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3" name="object 193"/>
          <p:cNvSpPr/>
          <p:nvPr userDrawn="1"/>
        </p:nvSpPr>
        <p:spPr>
          <a:xfrm>
            <a:off x="1492936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4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5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6" name="object 196"/>
          <p:cNvSpPr/>
          <p:nvPr userDrawn="1"/>
        </p:nvSpPr>
        <p:spPr>
          <a:xfrm>
            <a:off x="161061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7" name="object 197"/>
          <p:cNvSpPr/>
          <p:nvPr userDrawn="1"/>
        </p:nvSpPr>
        <p:spPr>
          <a:xfrm>
            <a:off x="164983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8" name="object 198"/>
          <p:cNvSpPr/>
          <p:nvPr userDrawn="1"/>
        </p:nvSpPr>
        <p:spPr>
          <a:xfrm>
            <a:off x="1689059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9" name="object 199"/>
          <p:cNvSpPr/>
          <p:nvPr userDrawn="1"/>
        </p:nvSpPr>
        <p:spPr>
          <a:xfrm>
            <a:off x="1728283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0" name="object 200"/>
          <p:cNvSpPr/>
          <p:nvPr userDrawn="1"/>
        </p:nvSpPr>
        <p:spPr>
          <a:xfrm>
            <a:off x="1767507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1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2" name="object 202"/>
          <p:cNvSpPr/>
          <p:nvPr userDrawn="1"/>
        </p:nvSpPr>
        <p:spPr>
          <a:xfrm>
            <a:off x="14537118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3" name="object 203"/>
          <p:cNvSpPr/>
          <p:nvPr userDrawn="1"/>
        </p:nvSpPr>
        <p:spPr>
          <a:xfrm>
            <a:off x="14929369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4" name="object 204"/>
          <p:cNvSpPr/>
          <p:nvPr userDrawn="1"/>
        </p:nvSpPr>
        <p:spPr>
          <a:xfrm>
            <a:off x="15321607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5" name="object 205"/>
          <p:cNvSpPr/>
          <p:nvPr userDrawn="1"/>
        </p:nvSpPr>
        <p:spPr>
          <a:xfrm>
            <a:off x="1571385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6" name="object 206"/>
          <p:cNvSpPr/>
          <p:nvPr userDrawn="1"/>
        </p:nvSpPr>
        <p:spPr>
          <a:xfrm>
            <a:off x="16106097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7" name="object 207"/>
          <p:cNvSpPr/>
          <p:nvPr userDrawn="1"/>
        </p:nvSpPr>
        <p:spPr>
          <a:xfrm>
            <a:off x="16498348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8" name="object 208"/>
          <p:cNvSpPr/>
          <p:nvPr userDrawn="1"/>
        </p:nvSpPr>
        <p:spPr>
          <a:xfrm>
            <a:off x="1689059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9" name="object 209"/>
          <p:cNvSpPr/>
          <p:nvPr userDrawn="1"/>
        </p:nvSpPr>
        <p:spPr>
          <a:xfrm>
            <a:off x="17282825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0" name="object 210"/>
          <p:cNvSpPr/>
          <p:nvPr userDrawn="1"/>
        </p:nvSpPr>
        <p:spPr>
          <a:xfrm>
            <a:off x="1767507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1" name="object 211"/>
          <p:cNvSpPr/>
          <p:nvPr userDrawn="1"/>
        </p:nvSpPr>
        <p:spPr>
          <a:xfrm>
            <a:off x="18067317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2" name="object 212"/>
          <p:cNvSpPr/>
          <p:nvPr userDrawn="1"/>
        </p:nvSpPr>
        <p:spPr>
          <a:xfrm>
            <a:off x="18459576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3" name="object 213"/>
          <p:cNvSpPr/>
          <p:nvPr userDrawn="1"/>
        </p:nvSpPr>
        <p:spPr>
          <a:xfrm>
            <a:off x="18851814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4" name="object 214"/>
          <p:cNvSpPr/>
          <p:nvPr userDrawn="1"/>
        </p:nvSpPr>
        <p:spPr>
          <a:xfrm>
            <a:off x="1453711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5" name="object 215"/>
          <p:cNvSpPr/>
          <p:nvPr userDrawn="1"/>
        </p:nvSpPr>
        <p:spPr>
          <a:xfrm>
            <a:off x="14929369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6" name="object 216"/>
          <p:cNvSpPr/>
          <p:nvPr userDrawn="1"/>
        </p:nvSpPr>
        <p:spPr>
          <a:xfrm>
            <a:off x="1532160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7" name="object 217"/>
          <p:cNvSpPr/>
          <p:nvPr userDrawn="1"/>
        </p:nvSpPr>
        <p:spPr>
          <a:xfrm>
            <a:off x="1571385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8" name="object 218"/>
          <p:cNvSpPr/>
          <p:nvPr userDrawn="1"/>
        </p:nvSpPr>
        <p:spPr>
          <a:xfrm>
            <a:off x="1610610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9" name="object 219"/>
          <p:cNvSpPr/>
          <p:nvPr userDrawn="1"/>
        </p:nvSpPr>
        <p:spPr>
          <a:xfrm>
            <a:off x="1649834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0" name="object 220"/>
          <p:cNvSpPr/>
          <p:nvPr userDrawn="1"/>
        </p:nvSpPr>
        <p:spPr>
          <a:xfrm>
            <a:off x="1689059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1" name="object 221"/>
          <p:cNvSpPr/>
          <p:nvPr userDrawn="1"/>
        </p:nvSpPr>
        <p:spPr>
          <a:xfrm>
            <a:off x="1728283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2" name="object 222"/>
          <p:cNvSpPr/>
          <p:nvPr userDrawn="1"/>
        </p:nvSpPr>
        <p:spPr>
          <a:xfrm>
            <a:off x="1767507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3" name="object 223"/>
          <p:cNvSpPr/>
          <p:nvPr userDrawn="1"/>
        </p:nvSpPr>
        <p:spPr>
          <a:xfrm>
            <a:off x="1806731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4" name="object 224"/>
          <p:cNvSpPr/>
          <p:nvPr userDrawn="1"/>
        </p:nvSpPr>
        <p:spPr>
          <a:xfrm>
            <a:off x="1845957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5" name="object 225"/>
          <p:cNvSpPr/>
          <p:nvPr userDrawn="1"/>
        </p:nvSpPr>
        <p:spPr>
          <a:xfrm>
            <a:off x="1885181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6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7" name="object 227"/>
          <p:cNvSpPr/>
          <p:nvPr userDrawn="1"/>
        </p:nvSpPr>
        <p:spPr>
          <a:xfrm>
            <a:off x="151264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8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9" name="object 229"/>
          <p:cNvSpPr/>
          <p:nvPr userDrawn="1"/>
        </p:nvSpPr>
        <p:spPr>
          <a:xfrm>
            <a:off x="1591276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0" name="object 230"/>
          <p:cNvSpPr/>
          <p:nvPr userDrawn="1"/>
        </p:nvSpPr>
        <p:spPr>
          <a:xfrm>
            <a:off x="1630592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1" name="object 231"/>
          <p:cNvSpPr/>
          <p:nvPr userDrawn="1"/>
        </p:nvSpPr>
        <p:spPr>
          <a:xfrm>
            <a:off x="1669909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2" name="object 232"/>
          <p:cNvSpPr/>
          <p:nvPr userDrawn="1"/>
        </p:nvSpPr>
        <p:spPr>
          <a:xfrm>
            <a:off x="1709225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3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4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5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6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7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8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9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0" name="object 240"/>
          <p:cNvSpPr/>
          <p:nvPr userDrawn="1"/>
        </p:nvSpPr>
        <p:spPr>
          <a:xfrm>
            <a:off x="159127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1" name="object 241"/>
          <p:cNvSpPr/>
          <p:nvPr userDrawn="1"/>
        </p:nvSpPr>
        <p:spPr>
          <a:xfrm>
            <a:off x="1630592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2" name="object 242"/>
          <p:cNvSpPr/>
          <p:nvPr userDrawn="1"/>
        </p:nvSpPr>
        <p:spPr>
          <a:xfrm>
            <a:off x="1669909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3" name="object 243"/>
          <p:cNvSpPr/>
          <p:nvPr userDrawn="1"/>
        </p:nvSpPr>
        <p:spPr>
          <a:xfrm>
            <a:off x="1709225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4" name="object 244"/>
          <p:cNvSpPr/>
          <p:nvPr userDrawn="1"/>
        </p:nvSpPr>
        <p:spPr>
          <a:xfrm>
            <a:off x="1748542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5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6" name="object 246"/>
          <p:cNvSpPr/>
          <p:nvPr userDrawn="1"/>
        </p:nvSpPr>
        <p:spPr>
          <a:xfrm>
            <a:off x="182717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7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8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9" name="object 249"/>
          <p:cNvSpPr/>
          <p:nvPr userDrawn="1"/>
        </p:nvSpPr>
        <p:spPr>
          <a:xfrm>
            <a:off x="19244087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0" name="object 250"/>
          <p:cNvSpPr/>
          <p:nvPr userDrawn="1"/>
        </p:nvSpPr>
        <p:spPr>
          <a:xfrm>
            <a:off x="19244087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1" name="object 251"/>
          <p:cNvSpPr/>
          <p:nvPr userDrawn="1"/>
        </p:nvSpPr>
        <p:spPr>
          <a:xfrm>
            <a:off x="19244087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2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3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4" name="object 254"/>
          <p:cNvSpPr/>
          <p:nvPr userDrawn="1"/>
        </p:nvSpPr>
        <p:spPr>
          <a:xfrm>
            <a:off x="1435027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5" name="object 255"/>
          <p:cNvSpPr/>
          <p:nvPr userDrawn="1"/>
        </p:nvSpPr>
        <p:spPr>
          <a:xfrm>
            <a:off x="141449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6" name="object 256"/>
          <p:cNvSpPr/>
          <p:nvPr userDrawn="1"/>
        </p:nvSpPr>
        <p:spPr>
          <a:xfrm>
            <a:off x="14144902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7" name="object 257"/>
          <p:cNvSpPr/>
          <p:nvPr userDrawn="1"/>
        </p:nvSpPr>
        <p:spPr>
          <a:xfrm>
            <a:off x="1414490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8" name="object 258"/>
          <p:cNvSpPr/>
          <p:nvPr userDrawn="1"/>
        </p:nvSpPr>
        <p:spPr>
          <a:xfrm>
            <a:off x="143502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9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0" name="object 260"/>
          <p:cNvSpPr/>
          <p:nvPr userDrawn="1"/>
        </p:nvSpPr>
        <p:spPr>
          <a:xfrm>
            <a:off x="19449451" y="10194831"/>
            <a:ext cx="26406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1" name="object 261"/>
          <p:cNvSpPr/>
          <p:nvPr userDrawn="1"/>
        </p:nvSpPr>
        <p:spPr>
          <a:xfrm>
            <a:off x="19449451" y="9972985"/>
            <a:ext cx="26406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2" name="object 262"/>
          <p:cNvSpPr/>
          <p:nvPr userDrawn="1"/>
        </p:nvSpPr>
        <p:spPr>
          <a:xfrm>
            <a:off x="19449451" y="10653874"/>
            <a:ext cx="26406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3" name="object 263"/>
          <p:cNvSpPr/>
          <p:nvPr userDrawn="1"/>
        </p:nvSpPr>
        <p:spPr>
          <a:xfrm>
            <a:off x="728899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4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5" name="object 265"/>
          <p:cNvSpPr/>
          <p:nvPr userDrawn="1"/>
        </p:nvSpPr>
        <p:spPr>
          <a:xfrm>
            <a:off x="708454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6" name="object 266"/>
          <p:cNvSpPr/>
          <p:nvPr userDrawn="1"/>
        </p:nvSpPr>
        <p:spPr>
          <a:xfrm>
            <a:off x="747678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7" name="object 267"/>
          <p:cNvSpPr/>
          <p:nvPr userDrawn="1"/>
        </p:nvSpPr>
        <p:spPr>
          <a:xfrm>
            <a:off x="786904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8" name="object 268"/>
          <p:cNvSpPr/>
          <p:nvPr userDrawn="1"/>
        </p:nvSpPr>
        <p:spPr>
          <a:xfrm>
            <a:off x="7084549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9" name="object 269"/>
          <p:cNvSpPr/>
          <p:nvPr userDrawn="1"/>
        </p:nvSpPr>
        <p:spPr>
          <a:xfrm>
            <a:off x="747678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0" name="object 270"/>
          <p:cNvSpPr/>
          <p:nvPr userDrawn="1"/>
        </p:nvSpPr>
        <p:spPr>
          <a:xfrm>
            <a:off x="7869039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1" name="object 271"/>
          <p:cNvSpPr/>
          <p:nvPr userDrawn="1"/>
        </p:nvSpPr>
        <p:spPr>
          <a:xfrm>
            <a:off x="7084549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2" name="object 272"/>
          <p:cNvSpPr/>
          <p:nvPr userDrawn="1"/>
        </p:nvSpPr>
        <p:spPr>
          <a:xfrm>
            <a:off x="747678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3" name="object 273"/>
          <p:cNvSpPr/>
          <p:nvPr userDrawn="1"/>
        </p:nvSpPr>
        <p:spPr>
          <a:xfrm>
            <a:off x="7869049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4" name="object 274"/>
          <p:cNvSpPr/>
          <p:nvPr userDrawn="1"/>
        </p:nvSpPr>
        <p:spPr>
          <a:xfrm>
            <a:off x="728899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5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6" name="object 276"/>
          <p:cNvSpPr/>
          <p:nvPr userDrawn="1"/>
        </p:nvSpPr>
        <p:spPr>
          <a:xfrm>
            <a:off x="728899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7" name="object 277"/>
          <p:cNvSpPr/>
          <p:nvPr userDrawn="1"/>
        </p:nvSpPr>
        <p:spPr>
          <a:xfrm>
            <a:off x="7682166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8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9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80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81" name="object 282"/>
          <p:cNvSpPr txBox="1"/>
          <p:nvPr userDrawn="1"/>
        </p:nvSpPr>
        <p:spPr>
          <a:xfrm>
            <a:off x="18269676" y="10119363"/>
            <a:ext cx="621576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45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8EC216-A14D-D240-A2D4-F477DFC203F5}" type="slidenum">
              <a:rPr kumimoji="0" lang="pt-BR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pPr marL="0" marR="0" lvl="0" indent="0" algn="ctr" defTabSz="45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pic>
        <p:nvPicPr>
          <p:cNvPr id="282" name="Picture 281" descr="MGGR0001_marca_tipografica_positivo_p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0" y="10109905"/>
            <a:ext cx="1728000" cy="272346"/>
          </a:xfrm>
          <a:prstGeom prst="rect">
            <a:avLst/>
          </a:prstGeom>
        </p:spPr>
      </p:pic>
      <p:sp>
        <p:nvSpPr>
          <p:cNvPr id="284" name="Text Placeholder 285"/>
          <p:cNvSpPr>
            <a:spLocks noGrp="1"/>
          </p:cNvSpPr>
          <p:nvPr>
            <p:ph type="body" sz="quarter" idx="10" hasCustomPrompt="1"/>
          </p:nvPr>
        </p:nvSpPr>
        <p:spPr>
          <a:xfrm>
            <a:off x="7613650" y="2914650"/>
            <a:ext cx="7772400" cy="4724400"/>
          </a:xfrm>
          <a:prstGeom prst="rect">
            <a:avLst/>
          </a:prstGeom>
        </p:spPr>
        <p:txBody>
          <a:bodyPr vert="horz" lIns="150812" tIns="75406" rIns="150812" bIns="75406"/>
          <a:lstStyle>
            <a:lvl1pPr marL="20946" marR="20946" indent="0" algn="l">
              <a:lnSpc>
                <a:spcPct val="122500"/>
              </a:lnSpc>
              <a:buNone/>
              <a:defRPr sz="2300">
                <a:solidFill>
                  <a:srgbClr val="444C4E"/>
                </a:solidFill>
                <a:latin typeface="Trebuchet MS"/>
                <a:cs typeface="Trebuchet MS"/>
              </a:defRPr>
            </a:lvl1pPr>
          </a:lstStyle>
          <a:p>
            <a:pPr marL="12700" marR="12700">
              <a:lnSpc>
                <a:spcPct val="122500"/>
              </a:lnSpc>
            </a:pPr>
            <a:r>
              <a:rPr lang="en-US" sz="2300" spc="-59" dirty="0">
                <a:solidFill>
                  <a:srgbClr val="6E6E6E"/>
                </a:solidFill>
                <a:latin typeface="Trebuchet MS"/>
                <a:cs typeface="Trebuchet MS"/>
              </a:rPr>
              <a:t>Click to add text</a:t>
            </a:r>
            <a:endParaRPr lang="en-US" sz="2300" dirty="0">
              <a:latin typeface="Trebuchet MS"/>
              <a:cs typeface="Trebuchet MS"/>
            </a:endParaRPr>
          </a:p>
        </p:txBody>
      </p:sp>
      <p:sp>
        <p:nvSpPr>
          <p:cNvPr id="288" name="Text Placeholder 286"/>
          <p:cNvSpPr>
            <a:spLocks noGrp="1"/>
          </p:cNvSpPr>
          <p:nvPr>
            <p:ph type="body" sz="quarter" idx="12" hasCustomPrompt="1"/>
          </p:nvPr>
        </p:nvSpPr>
        <p:spPr>
          <a:xfrm>
            <a:off x="1136650" y="552450"/>
            <a:ext cx="18135600" cy="381000"/>
          </a:xfrm>
          <a:prstGeom prst="rect">
            <a:avLst/>
          </a:prstGeom>
        </p:spPr>
        <p:txBody>
          <a:bodyPr vert="horz" lIns="150812" tIns="75406" rIns="150812" bIns="75406"/>
          <a:lstStyle>
            <a:lvl1pPr marL="0" indent="0" algn="l">
              <a:buNone/>
              <a:defRPr sz="1800" b="1" i="0">
                <a:solidFill>
                  <a:srgbClr val="6E6E6E"/>
                </a:solidFill>
                <a:latin typeface="Trebuchet MS"/>
                <a:cs typeface="Trebuchet MS"/>
              </a:defRPr>
            </a:lvl1pPr>
          </a:lstStyle>
          <a:p>
            <a:pPr lvl="0"/>
            <a:r>
              <a:rPr lang="x-none" dirty="0"/>
              <a:t>Click to add section title</a:t>
            </a:r>
            <a:endParaRPr lang="pt-BR" dirty="0"/>
          </a:p>
        </p:txBody>
      </p:sp>
      <p:sp>
        <p:nvSpPr>
          <p:cNvPr id="290" name="Title 288"/>
          <p:cNvSpPr>
            <a:spLocks noGrp="1"/>
          </p:cNvSpPr>
          <p:nvPr>
            <p:ph type="title" hasCustomPrompt="1"/>
          </p:nvPr>
        </p:nvSpPr>
        <p:spPr>
          <a:xfrm>
            <a:off x="2432052" y="2914653"/>
            <a:ext cx="4648199" cy="2133600"/>
          </a:xfrm>
          <a:prstGeom prst="rect">
            <a:avLst/>
          </a:prstGeom>
        </p:spPr>
        <p:txBody>
          <a:bodyPr vert="horz" lIns="150812" tIns="75406" rIns="150812" bIns="75406" anchor="t"/>
          <a:lstStyle>
            <a:lvl1pPr marL="0" indent="0" algn="l">
              <a:buFont typeface="Arial"/>
              <a:buNone/>
              <a:defRPr sz="4200" b="1" i="0">
                <a:solidFill>
                  <a:srgbClr val="5AAF82"/>
                </a:solidFill>
                <a:latin typeface="Trebuchet MS"/>
                <a:cs typeface="Trebuchet MS"/>
              </a:defRPr>
            </a:lvl1pPr>
          </a:lstStyle>
          <a:p>
            <a:r>
              <a:rPr lang="x-none" dirty="0"/>
              <a:t>Click to add title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6048791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Title">
  <p:cSld name="Green Title">
    <p:spTree>
      <p:nvGrpSpPr>
        <p:cNvPr id="1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" name="Shape 2673"/>
          <p:cNvSpPr/>
          <p:nvPr/>
        </p:nvSpPr>
        <p:spPr>
          <a:xfrm>
            <a:off x="-97122" y="-54631"/>
            <a:ext cx="20298344" cy="1141781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8CCDA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Shape 2674"/>
          <p:cNvSpPr/>
          <p:nvPr/>
        </p:nvSpPr>
        <p:spPr>
          <a:xfrm>
            <a:off x="2261711" y="73191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784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Shape 2675"/>
          <p:cNvSpPr txBox="1">
            <a:spLocks noGrp="1"/>
          </p:cNvSpPr>
          <p:nvPr>
            <p:ph type="title"/>
          </p:nvPr>
        </p:nvSpPr>
        <p:spPr>
          <a:xfrm>
            <a:off x="2261711" y="6191250"/>
            <a:ext cx="16473485" cy="6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6" name="Shape 2676"/>
          <p:cNvSpPr txBox="1">
            <a:spLocks noGrp="1"/>
          </p:cNvSpPr>
          <p:nvPr>
            <p:ph type="body" idx="1"/>
          </p:nvPr>
        </p:nvSpPr>
        <p:spPr>
          <a:xfrm>
            <a:off x="2261710" y="7791450"/>
            <a:ext cx="164771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4103247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 userDrawn="1"/>
        </p:nvGrpSpPr>
        <p:grpSpPr>
          <a:xfrm>
            <a:off x="0" y="0"/>
            <a:ext cx="20104100" cy="11315700"/>
            <a:chOff x="-1" y="-1"/>
            <a:chExt cx="7564833" cy="10776752"/>
          </a:xfrm>
        </p:grpSpPr>
        <p:grpSp>
          <p:nvGrpSpPr>
            <p:cNvPr id="4" name="Agrupar 3"/>
            <p:cNvGrpSpPr/>
            <p:nvPr userDrawn="1"/>
          </p:nvGrpSpPr>
          <p:grpSpPr>
            <a:xfrm>
              <a:off x="2" y="-1"/>
              <a:ext cx="7564830" cy="10776752"/>
              <a:chOff x="2" y="-1"/>
              <a:chExt cx="7564830" cy="10776752"/>
            </a:xfrm>
          </p:grpSpPr>
          <p:sp>
            <p:nvSpPr>
              <p:cNvPr id="10" name="Retângulo 9"/>
              <p:cNvSpPr/>
              <p:nvPr userDrawn="1"/>
            </p:nvSpPr>
            <p:spPr>
              <a:xfrm>
                <a:off x="2" y="-1"/>
                <a:ext cx="7564830" cy="10776752"/>
              </a:xfrm>
              <a:prstGeom prst="rect">
                <a:avLst/>
              </a:prstGeom>
              <a:solidFill>
                <a:srgbClr val="383D5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pt-BR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Triângulo Retângulo 10"/>
              <p:cNvSpPr/>
              <p:nvPr userDrawn="1"/>
            </p:nvSpPr>
            <p:spPr>
              <a:xfrm flipV="1">
                <a:off x="3" y="1873207"/>
                <a:ext cx="7559675" cy="3478110"/>
              </a:xfrm>
              <a:prstGeom prst="rtTriangle">
                <a:avLst/>
              </a:prstGeom>
              <a:solidFill>
                <a:srgbClr val="00919C"/>
              </a:solidFill>
              <a:ln>
                <a:solidFill>
                  <a:srgbClr val="009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pt-BR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5" name="Retângulo 4"/>
            <p:cNvSpPr/>
            <p:nvPr userDrawn="1"/>
          </p:nvSpPr>
          <p:spPr>
            <a:xfrm>
              <a:off x="3" y="2"/>
              <a:ext cx="7564829" cy="1873205"/>
            </a:xfrm>
            <a:prstGeom prst="rect">
              <a:avLst/>
            </a:prstGeom>
            <a:solidFill>
              <a:srgbClr val="00919C"/>
            </a:solidFill>
            <a:ln>
              <a:solidFill>
                <a:srgbClr val="009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6" name="Retângulo 5"/>
            <p:cNvSpPr/>
            <p:nvPr userDrawn="1"/>
          </p:nvSpPr>
          <p:spPr>
            <a:xfrm>
              <a:off x="-1" y="5348566"/>
              <a:ext cx="1739007" cy="5394413"/>
            </a:xfrm>
            <a:prstGeom prst="rect">
              <a:avLst/>
            </a:prstGeom>
            <a:solidFill>
              <a:srgbClr val="784078"/>
            </a:solidFill>
            <a:ln>
              <a:solidFill>
                <a:srgbClr val="7840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7" name="Triângulo Retângulo 6"/>
            <p:cNvSpPr/>
            <p:nvPr userDrawn="1"/>
          </p:nvSpPr>
          <p:spPr>
            <a:xfrm flipV="1">
              <a:off x="0" y="4757175"/>
              <a:ext cx="1739006" cy="598192"/>
            </a:xfrm>
            <a:prstGeom prst="rtTriangle">
              <a:avLst/>
            </a:prstGeom>
            <a:solidFill>
              <a:srgbClr val="8CC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8" name="Retângulo 7"/>
            <p:cNvSpPr/>
            <p:nvPr userDrawn="1"/>
          </p:nvSpPr>
          <p:spPr>
            <a:xfrm>
              <a:off x="0" y="0"/>
              <a:ext cx="1739006" cy="4757176"/>
            </a:xfrm>
            <a:prstGeom prst="rect">
              <a:avLst/>
            </a:prstGeom>
            <a:solidFill>
              <a:srgbClr val="8CCCB0"/>
            </a:solidFill>
            <a:ln>
              <a:solidFill>
                <a:srgbClr val="8CCC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9" name="Triângulo Retângulo 8"/>
            <p:cNvSpPr/>
            <p:nvPr userDrawn="1"/>
          </p:nvSpPr>
          <p:spPr>
            <a:xfrm rot="10800000" flipV="1">
              <a:off x="-1" y="4574346"/>
              <a:ext cx="1739004" cy="792794"/>
            </a:xfrm>
            <a:prstGeom prst="rtTriangle">
              <a:avLst/>
            </a:prstGeom>
            <a:solidFill>
              <a:srgbClr val="784078"/>
            </a:solidFill>
            <a:ln>
              <a:solidFill>
                <a:srgbClr val="78407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>
                <a:solidFill>
                  <a:srgbClr val="FFFFFF"/>
                </a:solidFill>
              </a:endParaRPr>
            </a:p>
          </p:txBody>
        </p:sp>
      </p:grpSp>
      <p:sp>
        <p:nvSpPr>
          <p:cNvPr id="12" name="Rectangle 14"/>
          <p:cNvSpPr>
            <a:spLocks noChangeArrowheads="1"/>
          </p:cNvSpPr>
          <p:nvPr userDrawn="1"/>
        </p:nvSpPr>
        <p:spPr bwMode="auto">
          <a:xfrm>
            <a:off x="0" y="0"/>
            <a:ext cx="20104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99829" tIns="899829" rIns="899829" bIns="647496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3" name="Rectangle 15"/>
          <p:cNvSpPr>
            <a:spLocks noChangeArrowheads="1"/>
          </p:cNvSpPr>
          <p:nvPr userDrawn="1"/>
        </p:nvSpPr>
        <p:spPr bwMode="auto">
          <a:xfrm>
            <a:off x="0" y="45720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72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PT" altLang="pt-BR" sz="110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altLang="pt-BR" sz="110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sz="1100" b="1">
              <a:ea typeface="Times New Roman" panose="02020603050405020304" pitchFamily="18" charset="0"/>
            </a:endParaRPr>
          </a:p>
          <a:p>
            <a:pPr indent="4572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pt-BR" sz="1100" b="1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pt-BR" altLang="pt-BR" sz="1100" b="1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pt-BR" altLang="pt-BR" sz="1800">
              <a:latin typeface="Arial" panose="020B0604020202020204" pitchFamily="34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="" xmlns:a16="http://schemas.microsoft.com/office/drawing/2014/main" id="{A1A8EB82-77DE-4EB4-97F6-BBE7FC91A6A5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119" y="9623977"/>
            <a:ext cx="1973704" cy="933960"/>
          </a:xfrm>
          <a:prstGeom prst="rect">
            <a:avLst/>
          </a:prstGeom>
        </p:spPr>
      </p:pic>
      <p:pic>
        <p:nvPicPr>
          <p:cNvPr id="20" name="Imagem 19" descr="ufmg_logo_negativa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404" y="9718320"/>
            <a:ext cx="2194795" cy="745274"/>
          </a:xfrm>
          <a:prstGeom prst="rect">
            <a:avLst/>
          </a:prstGeom>
          <a:noFill/>
        </p:spPr>
      </p:pic>
      <p:sp>
        <p:nvSpPr>
          <p:cNvPr id="22" name="Caixa de Texto 2"/>
          <p:cNvSpPr txBox="1">
            <a:spLocks noChangeArrowheads="1"/>
          </p:cNvSpPr>
          <p:nvPr userDrawn="1"/>
        </p:nvSpPr>
        <p:spPr bwMode="auto">
          <a:xfrm>
            <a:off x="6904348" y="5219332"/>
            <a:ext cx="11696905" cy="1476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indent="457200" algn="just">
              <a:lnSpc>
                <a:spcPct val="150000"/>
              </a:lnSpc>
            </a:pPr>
            <a:r>
              <a:rPr lang="pt-PT" sz="1600" b="1" kern="1200" dirty="0">
                <a:solidFill>
                  <a:srgbClr val="FFFFFF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100" dirty="0"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4400" b="1" kern="1200" dirty="0">
                <a:solidFill>
                  <a:srgbClr val="FFFFFF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RELATÓRIO TRIMESTRAL DE ATIVIDADES</a:t>
            </a:r>
            <a:endParaRPr lang="pt-BR" sz="2400" dirty="0"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pt-PT" sz="2600" b="1" kern="1200" dirty="0">
                <a:solidFill>
                  <a:srgbClr val="FFFFFF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100" dirty="0"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 userDrawn="1"/>
        </p:nvPicPr>
        <p:blipFill rotWithShape="1">
          <a:blip r:embed="rId4"/>
          <a:srcRect r="1294" b="-235"/>
          <a:stretch/>
        </p:blipFill>
        <p:spPr>
          <a:xfrm>
            <a:off x="14764213" y="602745"/>
            <a:ext cx="3568391" cy="106993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="" xmlns:a16="http://schemas.microsoft.com/office/drawing/2014/main" id="{30FE23E4-7B99-4EAB-9A25-7FE07F56E33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1780" y="9623977"/>
            <a:ext cx="3175945" cy="68899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34429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itle" preserve="1">
  <p:cSld name="Blue Title">
    <p:spTree>
      <p:nvGrpSpPr>
        <p:cNvPr id="1" name="Shape 5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8" name="Shape 5338"/>
          <p:cNvSpPr/>
          <p:nvPr/>
        </p:nvSpPr>
        <p:spPr>
          <a:xfrm>
            <a:off x="-95486" y="-50139"/>
            <a:ext cx="20295073" cy="114159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78407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Shape 5339"/>
          <p:cNvSpPr/>
          <p:nvPr/>
        </p:nvSpPr>
        <p:spPr>
          <a:xfrm>
            <a:off x="2261711" y="73191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784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0" name="Shape 5340"/>
          <p:cNvSpPr txBox="1">
            <a:spLocks noGrp="1"/>
          </p:cNvSpPr>
          <p:nvPr>
            <p:ph type="title"/>
          </p:nvPr>
        </p:nvSpPr>
        <p:spPr>
          <a:xfrm>
            <a:off x="2261711" y="6191250"/>
            <a:ext cx="16473485" cy="6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341" name="Shape 5341"/>
          <p:cNvSpPr txBox="1">
            <a:spLocks noGrp="1"/>
          </p:cNvSpPr>
          <p:nvPr>
            <p:ph type="body" idx="1"/>
          </p:nvPr>
        </p:nvSpPr>
        <p:spPr>
          <a:xfrm>
            <a:off x="2261710" y="7791450"/>
            <a:ext cx="164771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5339"/>
          <p:cNvSpPr/>
          <p:nvPr userDrawn="1"/>
        </p:nvSpPr>
        <p:spPr>
          <a:xfrm>
            <a:off x="2414111" y="74715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59AC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35458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itle" preserve="1">
  <p:cSld name="1_Blue Title">
    <p:spTree>
      <p:nvGrpSpPr>
        <p:cNvPr id="1" name="Shape 5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8" name="Shape 5338"/>
          <p:cNvSpPr/>
          <p:nvPr/>
        </p:nvSpPr>
        <p:spPr>
          <a:xfrm>
            <a:off x="-95486" y="-50139"/>
            <a:ext cx="20295073" cy="114159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0091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Shape 5339"/>
          <p:cNvSpPr/>
          <p:nvPr/>
        </p:nvSpPr>
        <p:spPr>
          <a:xfrm>
            <a:off x="2261711" y="73191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784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0" name="Shape 5340"/>
          <p:cNvSpPr txBox="1">
            <a:spLocks noGrp="1"/>
          </p:cNvSpPr>
          <p:nvPr>
            <p:ph type="title"/>
          </p:nvPr>
        </p:nvSpPr>
        <p:spPr>
          <a:xfrm>
            <a:off x="2261711" y="6191250"/>
            <a:ext cx="16473485" cy="6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41" name="Shape 5341"/>
          <p:cNvSpPr txBox="1">
            <a:spLocks noGrp="1"/>
          </p:cNvSpPr>
          <p:nvPr>
            <p:ph type="body" idx="1"/>
          </p:nvPr>
        </p:nvSpPr>
        <p:spPr>
          <a:xfrm>
            <a:off x="2261710" y="7791450"/>
            <a:ext cx="164771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4833446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Text 1 Column" userDrawn="1">
  <p:cSld name="Green Text 1 Column"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CaixaDeTexto 1129"/>
          <p:cNvSpPr txBox="1"/>
          <p:nvPr userDrawn="1"/>
        </p:nvSpPr>
        <p:spPr>
          <a:xfrm>
            <a:off x="1150069" y="10044259"/>
            <a:ext cx="2620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FFFFFF">
                    <a:lumMod val="50000"/>
                  </a:srgbClr>
                </a:solidFill>
                <a:latin typeface="Trebuchet MS" panose="020B0603020202020204" pitchFamily="34" charset="0"/>
              </a:rPr>
              <a:t>MGgrafeno</a:t>
            </a:r>
            <a:r>
              <a:rPr lang="pt-BR" sz="2400" dirty="0">
                <a:solidFill>
                  <a:srgbClr val="FFFFFF">
                    <a:lumMod val="50000"/>
                  </a:srgbClr>
                </a:solidFill>
                <a:latin typeface="Trebuchet MS" panose="020B0603020202020204" pitchFamily="34" charset="0"/>
              </a:rPr>
              <a:t> 2.0</a:t>
            </a:r>
          </a:p>
        </p:txBody>
      </p:sp>
      <p:sp>
        <p:nvSpPr>
          <p:cNvPr id="1131" name="object 6"/>
          <p:cNvSpPr/>
          <p:nvPr userDrawn="1"/>
        </p:nvSpPr>
        <p:spPr>
          <a:xfrm>
            <a:off x="37624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2" name="object 7"/>
          <p:cNvSpPr/>
          <p:nvPr userDrawn="1"/>
        </p:nvSpPr>
        <p:spPr>
          <a:xfrm>
            <a:off x="415565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3" name="object 8"/>
          <p:cNvSpPr/>
          <p:nvPr userDrawn="1"/>
        </p:nvSpPr>
        <p:spPr>
          <a:xfrm>
            <a:off x="454882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4" name="object 9"/>
          <p:cNvSpPr/>
          <p:nvPr userDrawn="1"/>
        </p:nvSpPr>
        <p:spPr>
          <a:xfrm>
            <a:off x="494198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5" name="object 10"/>
          <p:cNvSpPr/>
          <p:nvPr userDrawn="1"/>
        </p:nvSpPr>
        <p:spPr>
          <a:xfrm>
            <a:off x="533516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6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7" name="object 13"/>
          <p:cNvSpPr/>
          <p:nvPr userDrawn="1"/>
        </p:nvSpPr>
        <p:spPr>
          <a:xfrm>
            <a:off x="395305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8" name="object 14"/>
          <p:cNvSpPr/>
          <p:nvPr userDrawn="1"/>
        </p:nvSpPr>
        <p:spPr>
          <a:xfrm>
            <a:off x="43453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9" name="object 15"/>
          <p:cNvSpPr/>
          <p:nvPr userDrawn="1"/>
        </p:nvSpPr>
        <p:spPr>
          <a:xfrm>
            <a:off x="47375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0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1" name="object 17"/>
          <p:cNvSpPr/>
          <p:nvPr userDrawn="1"/>
        </p:nvSpPr>
        <p:spPr>
          <a:xfrm>
            <a:off x="55220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2" name="object 18"/>
          <p:cNvSpPr/>
          <p:nvPr userDrawn="1"/>
        </p:nvSpPr>
        <p:spPr>
          <a:xfrm>
            <a:off x="120733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3" name="object 19"/>
          <p:cNvSpPr/>
          <p:nvPr userDrawn="1"/>
        </p:nvSpPr>
        <p:spPr>
          <a:xfrm>
            <a:off x="159958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4" name="object 20"/>
          <p:cNvSpPr/>
          <p:nvPr userDrawn="1"/>
        </p:nvSpPr>
        <p:spPr>
          <a:xfrm>
            <a:off x="199183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5" name="object 21"/>
          <p:cNvSpPr/>
          <p:nvPr userDrawn="1"/>
        </p:nvSpPr>
        <p:spPr>
          <a:xfrm>
            <a:off x="23840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6" name="object 22"/>
          <p:cNvSpPr/>
          <p:nvPr userDrawn="1"/>
        </p:nvSpPr>
        <p:spPr>
          <a:xfrm>
            <a:off x="27763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7" name="object 23"/>
          <p:cNvSpPr/>
          <p:nvPr userDrawn="1"/>
        </p:nvSpPr>
        <p:spPr>
          <a:xfrm>
            <a:off x="316857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8" name="object 24"/>
          <p:cNvSpPr/>
          <p:nvPr userDrawn="1"/>
        </p:nvSpPr>
        <p:spPr>
          <a:xfrm>
            <a:off x="356081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9" name="object 25"/>
          <p:cNvSpPr/>
          <p:nvPr userDrawn="1"/>
        </p:nvSpPr>
        <p:spPr>
          <a:xfrm>
            <a:off x="395305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0" name="object 26"/>
          <p:cNvSpPr/>
          <p:nvPr userDrawn="1"/>
        </p:nvSpPr>
        <p:spPr>
          <a:xfrm>
            <a:off x="434529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1" name="object 27"/>
          <p:cNvSpPr/>
          <p:nvPr userDrawn="1"/>
        </p:nvSpPr>
        <p:spPr>
          <a:xfrm>
            <a:off x="473754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2" name="object 28"/>
          <p:cNvSpPr/>
          <p:nvPr userDrawn="1"/>
        </p:nvSpPr>
        <p:spPr>
          <a:xfrm>
            <a:off x="5129791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3" name="object 29"/>
          <p:cNvSpPr/>
          <p:nvPr userDrawn="1"/>
        </p:nvSpPr>
        <p:spPr>
          <a:xfrm>
            <a:off x="55220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4" name="object 30"/>
          <p:cNvSpPr/>
          <p:nvPr userDrawn="1"/>
        </p:nvSpPr>
        <p:spPr>
          <a:xfrm>
            <a:off x="120734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5" name="object 31"/>
          <p:cNvSpPr/>
          <p:nvPr userDrawn="1"/>
        </p:nvSpPr>
        <p:spPr>
          <a:xfrm>
            <a:off x="15995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6" name="object 32"/>
          <p:cNvSpPr/>
          <p:nvPr userDrawn="1"/>
        </p:nvSpPr>
        <p:spPr>
          <a:xfrm>
            <a:off x="1991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7" name="object 33"/>
          <p:cNvSpPr/>
          <p:nvPr userDrawn="1"/>
        </p:nvSpPr>
        <p:spPr>
          <a:xfrm>
            <a:off x="23840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8" name="object 34"/>
          <p:cNvSpPr/>
          <p:nvPr userDrawn="1"/>
        </p:nvSpPr>
        <p:spPr>
          <a:xfrm>
            <a:off x="27763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9" name="object 35"/>
          <p:cNvSpPr/>
          <p:nvPr userDrawn="1"/>
        </p:nvSpPr>
        <p:spPr>
          <a:xfrm>
            <a:off x="316857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0" name="object 36"/>
          <p:cNvSpPr/>
          <p:nvPr userDrawn="1"/>
        </p:nvSpPr>
        <p:spPr>
          <a:xfrm>
            <a:off x="35608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1" name="object 37"/>
          <p:cNvSpPr/>
          <p:nvPr userDrawn="1"/>
        </p:nvSpPr>
        <p:spPr>
          <a:xfrm>
            <a:off x="395305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2" name="object 38"/>
          <p:cNvSpPr/>
          <p:nvPr userDrawn="1"/>
        </p:nvSpPr>
        <p:spPr>
          <a:xfrm>
            <a:off x="434530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3" name="object 39"/>
          <p:cNvSpPr/>
          <p:nvPr userDrawn="1"/>
        </p:nvSpPr>
        <p:spPr>
          <a:xfrm>
            <a:off x="47375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4" name="object 40"/>
          <p:cNvSpPr/>
          <p:nvPr userDrawn="1"/>
        </p:nvSpPr>
        <p:spPr>
          <a:xfrm>
            <a:off x="512979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5" name="object 41"/>
          <p:cNvSpPr/>
          <p:nvPr userDrawn="1"/>
        </p:nvSpPr>
        <p:spPr>
          <a:xfrm>
            <a:off x="55220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6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7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8" name="object 44"/>
          <p:cNvSpPr/>
          <p:nvPr userDrawn="1"/>
        </p:nvSpPr>
        <p:spPr>
          <a:xfrm>
            <a:off x="218980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9" name="object 45"/>
          <p:cNvSpPr/>
          <p:nvPr userDrawn="1"/>
        </p:nvSpPr>
        <p:spPr>
          <a:xfrm>
            <a:off x="258297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0" name="object 46"/>
          <p:cNvSpPr/>
          <p:nvPr userDrawn="1"/>
        </p:nvSpPr>
        <p:spPr>
          <a:xfrm>
            <a:off x="29761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1" name="object 47"/>
          <p:cNvSpPr/>
          <p:nvPr userDrawn="1"/>
        </p:nvSpPr>
        <p:spPr>
          <a:xfrm>
            <a:off x="336931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2" name="object 48"/>
          <p:cNvSpPr/>
          <p:nvPr userDrawn="1"/>
        </p:nvSpPr>
        <p:spPr>
          <a:xfrm>
            <a:off x="3762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3" name="object 49"/>
          <p:cNvSpPr/>
          <p:nvPr userDrawn="1"/>
        </p:nvSpPr>
        <p:spPr>
          <a:xfrm>
            <a:off x="415565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4" name="object 50"/>
          <p:cNvSpPr/>
          <p:nvPr userDrawn="1"/>
        </p:nvSpPr>
        <p:spPr>
          <a:xfrm>
            <a:off x="454882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5" name="object 51"/>
          <p:cNvSpPr/>
          <p:nvPr userDrawn="1"/>
        </p:nvSpPr>
        <p:spPr>
          <a:xfrm>
            <a:off x="494198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6" name="object 52"/>
          <p:cNvSpPr/>
          <p:nvPr userDrawn="1"/>
        </p:nvSpPr>
        <p:spPr>
          <a:xfrm>
            <a:off x="533516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7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8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9" name="object 55"/>
          <p:cNvSpPr/>
          <p:nvPr userDrawn="1"/>
        </p:nvSpPr>
        <p:spPr>
          <a:xfrm>
            <a:off x="218979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0" name="object 56"/>
          <p:cNvSpPr/>
          <p:nvPr userDrawn="1"/>
        </p:nvSpPr>
        <p:spPr>
          <a:xfrm>
            <a:off x="258297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1" name="object 57"/>
          <p:cNvSpPr/>
          <p:nvPr userDrawn="1"/>
        </p:nvSpPr>
        <p:spPr>
          <a:xfrm>
            <a:off x="2976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2" name="object 58"/>
          <p:cNvSpPr/>
          <p:nvPr userDrawn="1"/>
        </p:nvSpPr>
        <p:spPr>
          <a:xfrm>
            <a:off x="33693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3" name="object 59"/>
          <p:cNvSpPr/>
          <p:nvPr userDrawn="1"/>
        </p:nvSpPr>
        <p:spPr>
          <a:xfrm>
            <a:off x="3762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4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5" name="object 61"/>
          <p:cNvSpPr/>
          <p:nvPr userDrawn="1"/>
        </p:nvSpPr>
        <p:spPr>
          <a:xfrm>
            <a:off x="454882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6" name="object 62"/>
          <p:cNvSpPr/>
          <p:nvPr userDrawn="1"/>
        </p:nvSpPr>
        <p:spPr>
          <a:xfrm>
            <a:off x="494198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7" name="object 63"/>
          <p:cNvSpPr/>
          <p:nvPr userDrawn="1"/>
        </p:nvSpPr>
        <p:spPr>
          <a:xfrm>
            <a:off x="533515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8" name="object 64"/>
          <p:cNvSpPr/>
          <p:nvPr userDrawn="1"/>
        </p:nvSpPr>
        <p:spPr>
          <a:xfrm>
            <a:off x="572742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9" name="object 65"/>
          <p:cNvSpPr/>
          <p:nvPr userDrawn="1"/>
        </p:nvSpPr>
        <p:spPr>
          <a:xfrm>
            <a:off x="5914301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0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1" name="object 67"/>
          <p:cNvSpPr/>
          <p:nvPr userDrawn="1"/>
        </p:nvSpPr>
        <p:spPr>
          <a:xfrm>
            <a:off x="5914301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2" name="object 68"/>
          <p:cNvSpPr/>
          <p:nvPr userDrawn="1"/>
        </p:nvSpPr>
        <p:spPr>
          <a:xfrm>
            <a:off x="572742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3" name="object 69"/>
          <p:cNvSpPr/>
          <p:nvPr userDrawn="1"/>
        </p:nvSpPr>
        <p:spPr>
          <a:xfrm>
            <a:off x="572742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4" name="object 70"/>
          <p:cNvSpPr/>
          <p:nvPr userDrawn="1"/>
        </p:nvSpPr>
        <p:spPr>
          <a:xfrm>
            <a:off x="815126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5" name="object 71"/>
          <p:cNvSpPr/>
          <p:nvPr userDrawn="1"/>
        </p:nvSpPr>
        <p:spPr>
          <a:xfrm>
            <a:off x="815116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6" name="object 72"/>
          <p:cNvSpPr/>
          <p:nvPr userDrawn="1"/>
        </p:nvSpPr>
        <p:spPr>
          <a:xfrm>
            <a:off x="815126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7" name="object 73"/>
          <p:cNvSpPr/>
          <p:nvPr userDrawn="1"/>
        </p:nvSpPr>
        <p:spPr>
          <a:xfrm>
            <a:off x="1020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8" name="object 74"/>
          <p:cNvSpPr/>
          <p:nvPr userDrawn="1"/>
        </p:nvSpPr>
        <p:spPr>
          <a:xfrm>
            <a:off x="1020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9" name="object 75"/>
          <p:cNvSpPr/>
          <p:nvPr userDrawn="1"/>
        </p:nvSpPr>
        <p:spPr>
          <a:xfrm>
            <a:off x="650265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0" name="object 76"/>
          <p:cNvSpPr/>
          <p:nvPr userDrawn="1"/>
        </p:nvSpPr>
        <p:spPr>
          <a:xfrm>
            <a:off x="6895821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1" name="object 77"/>
          <p:cNvSpPr/>
          <p:nvPr userDrawn="1"/>
        </p:nvSpPr>
        <p:spPr>
          <a:xfrm>
            <a:off x="630652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2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3" name="object 79"/>
          <p:cNvSpPr/>
          <p:nvPr userDrawn="1"/>
        </p:nvSpPr>
        <p:spPr>
          <a:xfrm>
            <a:off x="63065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4" name="object 80"/>
          <p:cNvSpPr/>
          <p:nvPr userDrawn="1"/>
        </p:nvSpPr>
        <p:spPr>
          <a:xfrm>
            <a:off x="6698759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5" name="object 81"/>
          <p:cNvSpPr/>
          <p:nvPr userDrawn="1"/>
        </p:nvSpPr>
        <p:spPr>
          <a:xfrm>
            <a:off x="630652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6" name="object 82"/>
          <p:cNvSpPr/>
          <p:nvPr userDrawn="1"/>
        </p:nvSpPr>
        <p:spPr>
          <a:xfrm>
            <a:off x="669877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7" name="object 83"/>
          <p:cNvSpPr/>
          <p:nvPr userDrawn="1"/>
        </p:nvSpPr>
        <p:spPr>
          <a:xfrm>
            <a:off x="65026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8" name="object 84"/>
          <p:cNvSpPr/>
          <p:nvPr userDrawn="1"/>
        </p:nvSpPr>
        <p:spPr>
          <a:xfrm>
            <a:off x="6895821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9" name="object 85"/>
          <p:cNvSpPr/>
          <p:nvPr userDrawn="1"/>
        </p:nvSpPr>
        <p:spPr>
          <a:xfrm>
            <a:off x="65026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0" name="object 86"/>
          <p:cNvSpPr/>
          <p:nvPr userDrawn="1"/>
        </p:nvSpPr>
        <p:spPr>
          <a:xfrm>
            <a:off x="6895810" y="1066708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1" name="object 87"/>
          <p:cNvSpPr/>
          <p:nvPr userDrawn="1"/>
        </p:nvSpPr>
        <p:spPr>
          <a:xfrm>
            <a:off x="61196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2" name="object 88"/>
          <p:cNvSpPr/>
          <p:nvPr userDrawn="1"/>
        </p:nvSpPr>
        <p:spPr>
          <a:xfrm>
            <a:off x="61196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3" name="object 89"/>
          <p:cNvSpPr/>
          <p:nvPr userDrawn="1"/>
        </p:nvSpPr>
        <p:spPr>
          <a:xfrm>
            <a:off x="611966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4" name="object 90"/>
          <p:cNvSpPr/>
          <p:nvPr userDrawn="1"/>
        </p:nvSpPr>
        <p:spPr>
          <a:xfrm>
            <a:off x="628253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5" name="object 91"/>
          <p:cNvSpPr/>
          <p:nvPr userDrawn="1"/>
        </p:nvSpPr>
        <p:spPr>
          <a:xfrm>
            <a:off x="628253" y="9972984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6" name="object 92"/>
          <p:cNvSpPr/>
          <p:nvPr userDrawn="1"/>
        </p:nvSpPr>
        <p:spPr>
          <a:xfrm>
            <a:off x="62825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7" name="object 93"/>
          <p:cNvSpPr/>
          <p:nvPr userDrawn="1"/>
        </p:nvSpPr>
        <p:spPr>
          <a:xfrm>
            <a:off x="884965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8" name="object 94"/>
          <p:cNvSpPr/>
          <p:nvPr userDrawn="1"/>
        </p:nvSpPr>
        <p:spPr>
          <a:xfrm>
            <a:off x="924281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9" name="object 95"/>
          <p:cNvSpPr/>
          <p:nvPr userDrawn="1"/>
        </p:nvSpPr>
        <p:spPr>
          <a:xfrm>
            <a:off x="963598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0" name="object 96"/>
          <p:cNvSpPr/>
          <p:nvPr userDrawn="1"/>
        </p:nvSpPr>
        <p:spPr>
          <a:xfrm>
            <a:off x="1002916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1" name="object 97"/>
          <p:cNvSpPr/>
          <p:nvPr userDrawn="1"/>
        </p:nvSpPr>
        <p:spPr>
          <a:xfrm>
            <a:off x="1042233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2" name="object 98"/>
          <p:cNvSpPr/>
          <p:nvPr userDrawn="1"/>
        </p:nvSpPr>
        <p:spPr>
          <a:xfrm>
            <a:off x="1081550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3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4" name="object 100"/>
          <p:cNvSpPr/>
          <p:nvPr userDrawn="1"/>
        </p:nvSpPr>
        <p:spPr>
          <a:xfrm>
            <a:off x="1160184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5" name="object 101"/>
          <p:cNvSpPr/>
          <p:nvPr userDrawn="1"/>
        </p:nvSpPr>
        <p:spPr>
          <a:xfrm>
            <a:off x="1199500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6" name="object 102"/>
          <p:cNvSpPr/>
          <p:nvPr userDrawn="1"/>
        </p:nvSpPr>
        <p:spPr>
          <a:xfrm>
            <a:off x="123881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7" name="object 103"/>
          <p:cNvSpPr/>
          <p:nvPr userDrawn="1"/>
        </p:nvSpPr>
        <p:spPr>
          <a:xfrm>
            <a:off x="1278134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8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9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0" name="object 106"/>
          <p:cNvSpPr/>
          <p:nvPr userDrawn="1"/>
        </p:nvSpPr>
        <p:spPr>
          <a:xfrm>
            <a:off x="943801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1" name="object 107"/>
          <p:cNvSpPr/>
          <p:nvPr userDrawn="1"/>
        </p:nvSpPr>
        <p:spPr>
          <a:xfrm>
            <a:off x="98302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2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3" name="object 109"/>
          <p:cNvSpPr/>
          <p:nvPr userDrawn="1"/>
        </p:nvSpPr>
        <p:spPr>
          <a:xfrm>
            <a:off x="106147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4" name="object 110"/>
          <p:cNvSpPr/>
          <p:nvPr userDrawn="1"/>
        </p:nvSpPr>
        <p:spPr>
          <a:xfrm>
            <a:off x="1100699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5" name="object 111"/>
          <p:cNvSpPr/>
          <p:nvPr userDrawn="1"/>
        </p:nvSpPr>
        <p:spPr>
          <a:xfrm>
            <a:off x="1139924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6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7" name="object 113"/>
          <p:cNvSpPr/>
          <p:nvPr userDrawn="1"/>
        </p:nvSpPr>
        <p:spPr>
          <a:xfrm>
            <a:off x="1218372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8" name="object 114"/>
          <p:cNvSpPr/>
          <p:nvPr userDrawn="1"/>
        </p:nvSpPr>
        <p:spPr>
          <a:xfrm>
            <a:off x="1257598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9" name="object 115"/>
          <p:cNvSpPr/>
          <p:nvPr userDrawn="1"/>
        </p:nvSpPr>
        <p:spPr>
          <a:xfrm>
            <a:off x="129682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0" name="object 116"/>
          <p:cNvSpPr/>
          <p:nvPr userDrawn="1"/>
        </p:nvSpPr>
        <p:spPr>
          <a:xfrm>
            <a:off x="865352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1" name="object 117"/>
          <p:cNvSpPr/>
          <p:nvPr userDrawn="1"/>
        </p:nvSpPr>
        <p:spPr>
          <a:xfrm>
            <a:off x="904576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2" name="object 118"/>
          <p:cNvSpPr/>
          <p:nvPr userDrawn="1"/>
        </p:nvSpPr>
        <p:spPr>
          <a:xfrm>
            <a:off x="943801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3" name="object 119"/>
          <p:cNvSpPr/>
          <p:nvPr userDrawn="1"/>
        </p:nvSpPr>
        <p:spPr>
          <a:xfrm>
            <a:off x="983025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4" name="object 120"/>
          <p:cNvSpPr/>
          <p:nvPr userDrawn="1"/>
        </p:nvSpPr>
        <p:spPr>
          <a:xfrm>
            <a:off x="1022250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5" name="object 121"/>
          <p:cNvSpPr/>
          <p:nvPr userDrawn="1"/>
        </p:nvSpPr>
        <p:spPr>
          <a:xfrm>
            <a:off x="1061475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6" name="object 122"/>
          <p:cNvSpPr/>
          <p:nvPr userDrawn="1"/>
        </p:nvSpPr>
        <p:spPr>
          <a:xfrm>
            <a:off x="1100699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7" name="object 123"/>
          <p:cNvSpPr/>
          <p:nvPr userDrawn="1"/>
        </p:nvSpPr>
        <p:spPr>
          <a:xfrm>
            <a:off x="1139924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8" name="object 124"/>
          <p:cNvSpPr/>
          <p:nvPr userDrawn="1"/>
        </p:nvSpPr>
        <p:spPr>
          <a:xfrm>
            <a:off x="1179147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9" name="object 125"/>
          <p:cNvSpPr/>
          <p:nvPr userDrawn="1"/>
        </p:nvSpPr>
        <p:spPr>
          <a:xfrm>
            <a:off x="1218372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0" name="object 126"/>
          <p:cNvSpPr/>
          <p:nvPr userDrawn="1"/>
        </p:nvSpPr>
        <p:spPr>
          <a:xfrm>
            <a:off x="1257598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1" name="object 127"/>
          <p:cNvSpPr/>
          <p:nvPr userDrawn="1"/>
        </p:nvSpPr>
        <p:spPr>
          <a:xfrm>
            <a:off x="129682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2" name="object 128"/>
          <p:cNvSpPr/>
          <p:nvPr userDrawn="1"/>
        </p:nvSpPr>
        <p:spPr>
          <a:xfrm>
            <a:off x="865352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3" name="object 129"/>
          <p:cNvSpPr/>
          <p:nvPr userDrawn="1"/>
        </p:nvSpPr>
        <p:spPr>
          <a:xfrm>
            <a:off x="904577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4" name="object 130"/>
          <p:cNvSpPr/>
          <p:nvPr userDrawn="1"/>
        </p:nvSpPr>
        <p:spPr>
          <a:xfrm>
            <a:off x="943801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5" name="object 131"/>
          <p:cNvSpPr/>
          <p:nvPr userDrawn="1"/>
        </p:nvSpPr>
        <p:spPr>
          <a:xfrm>
            <a:off x="98302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6" name="object 132"/>
          <p:cNvSpPr/>
          <p:nvPr userDrawn="1"/>
        </p:nvSpPr>
        <p:spPr>
          <a:xfrm>
            <a:off x="1022250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7" name="object 133"/>
          <p:cNvSpPr/>
          <p:nvPr userDrawn="1"/>
        </p:nvSpPr>
        <p:spPr>
          <a:xfrm>
            <a:off x="106147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8" name="object 134"/>
          <p:cNvSpPr/>
          <p:nvPr userDrawn="1"/>
        </p:nvSpPr>
        <p:spPr>
          <a:xfrm>
            <a:off x="1100699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9" name="object 135"/>
          <p:cNvSpPr/>
          <p:nvPr userDrawn="1"/>
        </p:nvSpPr>
        <p:spPr>
          <a:xfrm>
            <a:off x="1139924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0" name="object 136"/>
          <p:cNvSpPr/>
          <p:nvPr userDrawn="1"/>
        </p:nvSpPr>
        <p:spPr>
          <a:xfrm>
            <a:off x="117914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1" name="object 137"/>
          <p:cNvSpPr/>
          <p:nvPr userDrawn="1"/>
        </p:nvSpPr>
        <p:spPr>
          <a:xfrm>
            <a:off x="1218372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2" name="object 138"/>
          <p:cNvSpPr/>
          <p:nvPr userDrawn="1"/>
        </p:nvSpPr>
        <p:spPr>
          <a:xfrm>
            <a:off x="1257598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3" name="object 139"/>
          <p:cNvSpPr/>
          <p:nvPr userDrawn="1"/>
        </p:nvSpPr>
        <p:spPr>
          <a:xfrm>
            <a:off x="129682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4" name="object 140"/>
          <p:cNvSpPr/>
          <p:nvPr userDrawn="1"/>
        </p:nvSpPr>
        <p:spPr>
          <a:xfrm>
            <a:off x="884965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5" name="object 141"/>
          <p:cNvSpPr/>
          <p:nvPr userDrawn="1"/>
        </p:nvSpPr>
        <p:spPr>
          <a:xfrm>
            <a:off x="924281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6" name="object 142"/>
          <p:cNvSpPr/>
          <p:nvPr userDrawn="1"/>
        </p:nvSpPr>
        <p:spPr>
          <a:xfrm>
            <a:off x="963598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7" name="object 143"/>
          <p:cNvSpPr/>
          <p:nvPr userDrawn="1"/>
        </p:nvSpPr>
        <p:spPr>
          <a:xfrm>
            <a:off x="1002916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8" name="object 144"/>
          <p:cNvSpPr/>
          <p:nvPr userDrawn="1"/>
        </p:nvSpPr>
        <p:spPr>
          <a:xfrm>
            <a:off x="1042233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9" name="object 145"/>
          <p:cNvSpPr/>
          <p:nvPr userDrawn="1"/>
        </p:nvSpPr>
        <p:spPr>
          <a:xfrm>
            <a:off x="1081550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0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1" name="object 147"/>
          <p:cNvSpPr/>
          <p:nvPr userDrawn="1"/>
        </p:nvSpPr>
        <p:spPr>
          <a:xfrm>
            <a:off x="1160184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2" name="object 148"/>
          <p:cNvSpPr/>
          <p:nvPr userDrawn="1"/>
        </p:nvSpPr>
        <p:spPr>
          <a:xfrm>
            <a:off x="1199500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3" name="object 149"/>
          <p:cNvSpPr/>
          <p:nvPr userDrawn="1"/>
        </p:nvSpPr>
        <p:spPr>
          <a:xfrm>
            <a:off x="123881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4" name="object 150"/>
          <p:cNvSpPr/>
          <p:nvPr userDrawn="1"/>
        </p:nvSpPr>
        <p:spPr>
          <a:xfrm>
            <a:off x="1278134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5" name="object 151"/>
          <p:cNvSpPr/>
          <p:nvPr userDrawn="1"/>
        </p:nvSpPr>
        <p:spPr>
          <a:xfrm>
            <a:off x="884964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6" name="object 152"/>
          <p:cNvSpPr/>
          <p:nvPr userDrawn="1"/>
        </p:nvSpPr>
        <p:spPr>
          <a:xfrm>
            <a:off x="924281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7" name="object 153"/>
          <p:cNvSpPr/>
          <p:nvPr userDrawn="1"/>
        </p:nvSpPr>
        <p:spPr>
          <a:xfrm>
            <a:off x="963597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8" name="object 154"/>
          <p:cNvSpPr/>
          <p:nvPr userDrawn="1"/>
        </p:nvSpPr>
        <p:spPr>
          <a:xfrm>
            <a:off x="1002914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9" name="object 155"/>
          <p:cNvSpPr/>
          <p:nvPr userDrawn="1"/>
        </p:nvSpPr>
        <p:spPr>
          <a:xfrm>
            <a:off x="1042233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0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1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2" name="object 158"/>
          <p:cNvSpPr/>
          <p:nvPr userDrawn="1"/>
        </p:nvSpPr>
        <p:spPr>
          <a:xfrm>
            <a:off x="1160184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3" name="object 159"/>
          <p:cNvSpPr/>
          <p:nvPr userDrawn="1"/>
        </p:nvSpPr>
        <p:spPr>
          <a:xfrm>
            <a:off x="1199500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4" name="object 160"/>
          <p:cNvSpPr/>
          <p:nvPr userDrawn="1"/>
        </p:nvSpPr>
        <p:spPr>
          <a:xfrm>
            <a:off x="1238817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5" name="object 161"/>
          <p:cNvSpPr/>
          <p:nvPr userDrawn="1"/>
        </p:nvSpPr>
        <p:spPr>
          <a:xfrm>
            <a:off x="1278134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6" name="object 162"/>
          <p:cNvSpPr/>
          <p:nvPr userDrawn="1"/>
        </p:nvSpPr>
        <p:spPr>
          <a:xfrm>
            <a:off x="131736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7" name="object 163"/>
          <p:cNvSpPr/>
          <p:nvPr userDrawn="1"/>
        </p:nvSpPr>
        <p:spPr>
          <a:xfrm>
            <a:off x="13360483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8" name="object 164"/>
          <p:cNvSpPr/>
          <p:nvPr userDrawn="1"/>
        </p:nvSpPr>
        <p:spPr>
          <a:xfrm>
            <a:off x="13360483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9" name="object 165"/>
          <p:cNvSpPr/>
          <p:nvPr userDrawn="1"/>
        </p:nvSpPr>
        <p:spPr>
          <a:xfrm>
            <a:off x="13360483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0" name="object 166"/>
          <p:cNvSpPr/>
          <p:nvPr userDrawn="1"/>
        </p:nvSpPr>
        <p:spPr>
          <a:xfrm>
            <a:off x="131736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1" name="object 167"/>
          <p:cNvSpPr/>
          <p:nvPr userDrawn="1"/>
        </p:nvSpPr>
        <p:spPr>
          <a:xfrm>
            <a:off x="1317360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2" name="object 168"/>
          <p:cNvSpPr/>
          <p:nvPr userDrawn="1"/>
        </p:nvSpPr>
        <p:spPr>
          <a:xfrm>
            <a:off x="846667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3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4" name="object 170"/>
          <p:cNvSpPr/>
          <p:nvPr userDrawn="1"/>
        </p:nvSpPr>
        <p:spPr>
          <a:xfrm>
            <a:off x="826130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5" name="object 171"/>
          <p:cNvSpPr/>
          <p:nvPr userDrawn="1"/>
        </p:nvSpPr>
        <p:spPr>
          <a:xfrm>
            <a:off x="826130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6" name="object 172"/>
          <p:cNvSpPr/>
          <p:nvPr userDrawn="1"/>
        </p:nvSpPr>
        <p:spPr>
          <a:xfrm>
            <a:off x="846667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7" name="object 173"/>
          <p:cNvSpPr/>
          <p:nvPr userDrawn="1"/>
        </p:nvSpPr>
        <p:spPr>
          <a:xfrm>
            <a:off x="846667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8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9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0" name="object 176"/>
          <p:cNvSpPr/>
          <p:nvPr userDrawn="1"/>
        </p:nvSpPr>
        <p:spPr>
          <a:xfrm>
            <a:off x="1375271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1" name="object 177"/>
          <p:cNvSpPr/>
          <p:nvPr userDrawn="1"/>
        </p:nvSpPr>
        <p:spPr>
          <a:xfrm>
            <a:off x="137527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2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3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4" name="object 180"/>
          <p:cNvSpPr/>
          <p:nvPr userDrawn="1"/>
        </p:nvSpPr>
        <p:spPr>
          <a:xfrm>
            <a:off x="135658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5" name="object 181"/>
          <p:cNvSpPr/>
          <p:nvPr userDrawn="1"/>
        </p:nvSpPr>
        <p:spPr>
          <a:xfrm>
            <a:off x="135658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6" name="object 182"/>
          <p:cNvSpPr/>
          <p:nvPr userDrawn="1"/>
        </p:nvSpPr>
        <p:spPr>
          <a:xfrm>
            <a:off x="135658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7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8" name="object 184"/>
          <p:cNvSpPr/>
          <p:nvPr userDrawn="1"/>
        </p:nvSpPr>
        <p:spPr>
          <a:xfrm>
            <a:off x="151264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9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0" name="object 186"/>
          <p:cNvSpPr/>
          <p:nvPr userDrawn="1"/>
        </p:nvSpPr>
        <p:spPr>
          <a:xfrm>
            <a:off x="1591276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1" name="object 187"/>
          <p:cNvSpPr/>
          <p:nvPr userDrawn="1"/>
        </p:nvSpPr>
        <p:spPr>
          <a:xfrm>
            <a:off x="163059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2" name="object 188"/>
          <p:cNvSpPr/>
          <p:nvPr userDrawn="1"/>
        </p:nvSpPr>
        <p:spPr>
          <a:xfrm>
            <a:off x="166990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3" name="object 189"/>
          <p:cNvSpPr/>
          <p:nvPr userDrawn="1"/>
        </p:nvSpPr>
        <p:spPr>
          <a:xfrm>
            <a:off x="170922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4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5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6" name="object 192"/>
          <p:cNvSpPr/>
          <p:nvPr userDrawn="1"/>
        </p:nvSpPr>
        <p:spPr>
          <a:xfrm>
            <a:off x="1453711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7" name="object 193"/>
          <p:cNvSpPr/>
          <p:nvPr userDrawn="1"/>
        </p:nvSpPr>
        <p:spPr>
          <a:xfrm>
            <a:off x="1492936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8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9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0" name="object 196"/>
          <p:cNvSpPr/>
          <p:nvPr userDrawn="1"/>
        </p:nvSpPr>
        <p:spPr>
          <a:xfrm>
            <a:off x="1610610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1" name="object 197"/>
          <p:cNvSpPr/>
          <p:nvPr userDrawn="1"/>
        </p:nvSpPr>
        <p:spPr>
          <a:xfrm>
            <a:off x="164983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2" name="object 198"/>
          <p:cNvSpPr/>
          <p:nvPr userDrawn="1"/>
        </p:nvSpPr>
        <p:spPr>
          <a:xfrm>
            <a:off x="1689059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3" name="object 199"/>
          <p:cNvSpPr/>
          <p:nvPr userDrawn="1"/>
        </p:nvSpPr>
        <p:spPr>
          <a:xfrm>
            <a:off x="1728283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4" name="object 200"/>
          <p:cNvSpPr/>
          <p:nvPr userDrawn="1"/>
        </p:nvSpPr>
        <p:spPr>
          <a:xfrm>
            <a:off x="1767507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5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6" name="object 202"/>
          <p:cNvSpPr/>
          <p:nvPr userDrawn="1"/>
        </p:nvSpPr>
        <p:spPr>
          <a:xfrm>
            <a:off x="1453711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7" name="object 203"/>
          <p:cNvSpPr/>
          <p:nvPr userDrawn="1"/>
        </p:nvSpPr>
        <p:spPr>
          <a:xfrm>
            <a:off x="1492936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8" name="object 204"/>
          <p:cNvSpPr/>
          <p:nvPr userDrawn="1"/>
        </p:nvSpPr>
        <p:spPr>
          <a:xfrm>
            <a:off x="1532160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9" name="object 205"/>
          <p:cNvSpPr/>
          <p:nvPr userDrawn="1"/>
        </p:nvSpPr>
        <p:spPr>
          <a:xfrm>
            <a:off x="1571385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0" name="object 206"/>
          <p:cNvSpPr/>
          <p:nvPr userDrawn="1"/>
        </p:nvSpPr>
        <p:spPr>
          <a:xfrm>
            <a:off x="1610609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1" name="object 207"/>
          <p:cNvSpPr/>
          <p:nvPr userDrawn="1"/>
        </p:nvSpPr>
        <p:spPr>
          <a:xfrm>
            <a:off x="16498346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2" name="object 208"/>
          <p:cNvSpPr/>
          <p:nvPr userDrawn="1"/>
        </p:nvSpPr>
        <p:spPr>
          <a:xfrm>
            <a:off x="1689059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3" name="object 209"/>
          <p:cNvSpPr/>
          <p:nvPr userDrawn="1"/>
        </p:nvSpPr>
        <p:spPr>
          <a:xfrm>
            <a:off x="1728282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4" name="object 210"/>
          <p:cNvSpPr/>
          <p:nvPr userDrawn="1"/>
        </p:nvSpPr>
        <p:spPr>
          <a:xfrm>
            <a:off x="1767507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5" name="object 211"/>
          <p:cNvSpPr/>
          <p:nvPr userDrawn="1"/>
        </p:nvSpPr>
        <p:spPr>
          <a:xfrm>
            <a:off x="1806731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6" name="object 212"/>
          <p:cNvSpPr/>
          <p:nvPr userDrawn="1"/>
        </p:nvSpPr>
        <p:spPr>
          <a:xfrm>
            <a:off x="184595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7" name="object 213"/>
          <p:cNvSpPr/>
          <p:nvPr userDrawn="1"/>
        </p:nvSpPr>
        <p:spPr>
          <a:xfrm>
            <a:off x="1885181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8" name="object 214"/>
          <p:cNvSpPr/>
          <p:nvPr userDrawn="1"/>
        </p:nvSpPr>
        <p:spPr>
          <a:xfrm>
            <a:off x="1453711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9" name="object 215"/>
          <p:cNvSpPr/>
          <p:nvPr userDrawn="1"/>
        </p:nvSpPr>
        <p:spPr>
          <a:xfrm>
            <a:off x="1492936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0" name="object 216"/>
          <p:cNvSpPr/>
          <p:nvPr userDrawn="1"/>
        </p:nvSpPr>
        <p:spPr>
          <a:xfrm>
            <a:off x="1532160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1" name="object 217"/>
          <p:cNvSpPr/>
          <p:nvPr userDrawn="1"/>
        </p:nvSpPr>
        <p:spPr>
          <a:xfrm>
            <a:off x="1571385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2" name="object 218"/>
          <p:cNvSpPr/>
          <p:nvPr userDrawn="1"/>
        </p:nvSpPr>
        <p:spPr>
          <a:xfrm>
            <a:off x="1610610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3" name="object 219"/>
          <p:cNvSpPr/>
          <p:nvPr userDrawn="1"/>
        </p:nvSpPr>
        <p:spPr>
          <a:xfrm>
            <a:off x="1649834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4" name="object 220"/>
          <p:cNvSpPr/>
          <p:nvPr userDrawn="1"/>
        </p:nvSpPr>
        <p:spPr>
          <a:xfrm>
            <a:off x="1689059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5" name="object 221"/>
          <p:cNvSpPr/>
          <p:nvPr userDrawn="1"/>
        </p:nvSpPr>
        <p:spPr>
          <a:xfrm>
            <a:off x="17282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6" name="object 222"/>
          <p:cNvSpPr/>
          <p:nvPr userDrawn="1"/>
        </p:nvSpPr>
        <p:spPr>
          <a:xfrm>
            <a:off x="176750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7" name="object 223"/>
          <p:cNvSpPr/>
          <p:nvPr userDrawn="1"/>
        </p:nvSpPr>
        <p:spPr>
          <a:xfrm>
            <a:off x="1806731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8" name="object 224"/>
          <p:cNvSpPr/>
          <p:nvPr userDrawn="1"/>
        </p:nvSpPr>
        <p:spPr>
          <a:xfrm>
            <a:off x="184595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9" name="object 225"/>
          <p:cNvSpPr/>
          <p:nvPr userDrawn="1"/>
        </p:nvSpPr>
        <p:spPr>
          <a:xfrm>
            <a:off x="1885181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0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1" name="object 227"/>
          <p:cNvSpPr/>
          <p:nvPr userDrawn="1"/>
        </p:nvSpPr>
        <p:spPr>
          <a:xfrm>
            <a:off x="151264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2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3" name="object 229"/>
          <p:cNvSpPr/>
          <p:nvPr userDrawn="1"/>
        </p:nvSpPr>
        <p:spPr>
          <a:xfrm>
            <a:off x="1591276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4" name="object 230"/>
          <p:cNvSpPr/>
          <p:nvPr userDrawn="1"/>
        </p:nvSpPr>
        <p:spPr>
          <a:xfrm>
            <a:off x="163059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5" name="object 231"/>
          <p:cNvSpPr/>
          <p:nvPr userDrawn="1"/>
        </p:nvSpPr>
        <p:spPr>
          <a:xfrm>
            <a:off x="166990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6" name="object 232"/>
          <p:cNvSpPr/>
          <p:nvPr userDrawn="1"/>
        </p:nvSpPr>
        <p:spPr>
          <a:xfrm>
            <a:off x="170922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7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8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9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0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1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2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3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4" name="object 240"/>
          <p:cNvSpPr/>
          <p:nvPr userDrawn="1"/>
        </p:nvSpPr>
        <p:spPr>
          <a:xfrm>
            <a:off x="1591276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5" name="object 241"/>
          <p:cNvSpPr/>
          <p:nvPr userDrawn="1"/>
        </p:nvSpPr>
        <p:spPr>
          <a:xfrm>
            <a:off x="1630592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6" name="object 242"/>
          <p:cNvSpPr/>
          <p:nvPr userDrawn="1"/>
        </p:nvSpPr>
        <p:spPr>
          <a:xfrm>
            <a:off x="166990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7" name="object 243"/>
          <p:cNvSpPr/>
          <p:nvPr userDrawn="1"/>
        </p:nvSpPr>
        <p:spPr>
          <a:xfrm>
            <a:off x="17092254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8" name="object 244"/>
          <p:cNvSpPr/>
          <p:nvPr userDrawn="1"/>
        </p:nvSpPr>
        <p:spPr>
          <a:xfrm>
            <a:off x="1748542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9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0" name="object 246"/>
          <p:cNvSpPr/>
          <p:nvPr userDrawn="1"/>
        </p:nvSpPr>
        <p:spPr>
          <a:xfrm>
            <a:off x="1827175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1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2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3" name="object 249"/>
          <p:cNvSpPr/>
          <p:nvPr userDrawn="1"/>
        </p:nvSpPr>
        <p:spPr>
          <a:xfrm>
            <a:off x="19244084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4" name="object 250"/>
          <p:cNvSpPr/>
          <p:nvPr userDrawn="1"/>
        </p:nvSpPr>
        <p:spPr>
          <a:xfrm>
            <a:off x="19244084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5" name="object 251"/>
          <p:cNvSpPr/>
          <p:nvPr userDrawn="1"/>
        </p:nvSpPr>
        <p:spPr>
          <a:xfrm>
            <a:off x="19244084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6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7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8" name="object 254"/>
          <p:cNvSpPr/>
          <p:nvPr userDrawn="1"/>
        </p:nvSpPr>
        <p:spPr>
          <a:xfrm>
            <a:off x="143502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9" name="object 255"/>
          <p:cNvSpPr/>
          <p:nvPr userDrawn="1"/>
        </p:nvSpPr>
        <p:spPr>
          <a:xfrm>
            <a:off x="1414489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0" name="object 256"/>
          <p:cNvSpPr/>
          <p:nvPr userDrawn="1"/>
        </p:nvSpPr>
        <p:spPr>
          <a:xfrm>
            <a:off x="14144899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1" name="object 257"/>
          <p:cNvSpPr/>
          <p:nvPr userDrawn="1"/>
        </p:nvSpPr>
        <p:spPr>
          <a:xfrm>
            <a:off x="14144899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2" name="object 258"/>
          <p:cNvSpPr/>
          <p:nvPr userDrawn="1"/>
        </p:nvSpPr>
        <p:spPr>
          <a:xfrm>
            <a:off x="143502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3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4" name="object 260"/>
          <p:cNvSpPr/>
          <p:nvPr userDrawn="1"/>
        </p:nvSpPr>
        <p:spPr>
          <a:xfrm>
            <a:off x="19449450" y="10194831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5" name="object 261"/>
          <p:cNvSpPr/>
          <p:nvPr userDrawn="1"/>
        </p:nvSpPr>
        <p:spPr>
          <a:xfrm>
            <a:off x="19449450" y="9972984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6" name="object 262"/>
          <p:cNvSpPr/>
          <p:nvPr userDrawn="1"/>
        </p:nvSpPr>
        <p:spPr>
          <a:xfrm>
            <a:off x="19449450" y="10653874"/>
            <a:ext cx="26407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7" name="object 263"/>
          <p:cNvSpPr/>
          <p:nvPr userDrawn="1"/>
        </p:nvSpPr>
        <p:spPr>
          <a:xfrm>
            <a:off x="72889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8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9" name="object 265"/>
          <p:cNvSpPr/>
          <p:nvPr userDrawn="1"/>
        </p:nvSpPr>
        <p:spPr>
          <a:xfrm>
            <a:off x="70845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0" name="object 266"/>
          <p:cNvSpPr/>
          <p:nvPr userDrawn="1"/>
        </p:nvSpPr>
        <p:spPr>
          <a:xfrm>
            <a:off x="747678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1" name="object 267"/>
          <p:cNvSpPr/>
          <p:nvPr userDrawn="1"/>
        </p:nvSpPr>
        <p:spPr>
          <a:xfrm>
            <a:off x="78690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2" name="object 268"/>
          <p:cNvSpPr/>
          <p:nvPr userDrawn="1"/>
        </p:nvSpPr>
        <p:spPr>
          <a:xfrm>
            <a:off x="708454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3" name="object 269"/>
          <p:cNvSpPr/>
          <p:nvPr userDrawn="1"/>
        </p:nvSpPr>
        <p:spPr>
          <a:xfrm>
            <a:off x="747678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4" name="object 270"/>
          <p:cNvSpPr/>
          <p:nvPr userDrawn="1"/>
        </p:nvSpPr>
        <p:spPr>
          <a:xfrm>
            <a:off x="786903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5" name="object 271"/>
          <p:cNvSpPr/>
          <p:nvPr userDrawn="1"/>
        </p:nvSpPr>
        <p:spPr>
          <a:xfrm>
            <a:off x="70845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6" name="object 272"/>
          <p:cNvSpPr/>
          <p:nvPr userDrawn="1"/>
        </p:nvSpPr>
        <p:spPr>
          <a:xfrm>
            <a:off x="747678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7" name="object 273"/>
          <p:cNvSpPr/>
          <p:nvPr userDrawn="1"/>
        </p:nvSpPr>
        <p:spPr>
          <a:xfrm>
            <a:off x="78690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8" name="object 274"/>
          <p:cNvSpPr/>
          <p:nvPr userDrawn="1"/>
        </p:nvSpPr>
        <p:spPr>
          <a:xfrm>
            <a:off x="72889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9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0" name="object 276"/>
          <p:cNvSpPr/>
          <p:nvPr userDrawn="1"/>
        </p:nvSpPr>
        <p:spPr>
          <a:xfrm>
            <a:off x="72889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1" name="object 277"/>
          <p:cNvSpPr/>
          <p:nvPr userDrawn="1"/>
        </p:nvSpPr>
        <p:spPr>
          <a:xfrm>
            <a:off x="768216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2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3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4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5" name="object 282"/>
          <p:cNvSpPr txBox="1"/>
          <p:nvPr userDrawn="1"/>
        </p:nvSpPr>
        <p:spPr>
          <a:xfrm>
            <a:off x="18269673" y="10119360"/>
            <a:ext cx="621577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defTabSz="457200">
              <a:buClrTx/>
              <a:buFontTx/>
              <a:buNone/>
              <a:defRPr/>
            </a:pPr>
            <a:fld id="{518EC216-A14D-D240-A2D4-F477DFC203F5}" type="slidenum">
              <a:rPr lang="pt-BR" sz="1600" kern="1200" smtClean="0">
                <a:solidFill>
                  <a:prstClr val="black">
                    <a:tint val="75000"/>
                  </a:prstClr>
                </a:solidFill>
                <a:latin typeface="Trebuchet MS"/>
                <a:ea typeface="+mn-ea"/>
                <a:cs typeface="Trebuchet MS"/>
              </a:rPr>
              <a:pPr algn="ctr" defTabSz="457200">
                <a:buClrTx/>
                <a:buFontTx/>
                <a:buNone/>
                <a:defRPr/>
              </a:pPr>
              <a:t>‹nº›</a:t>
            </a:fld>
            <a:endParaRPr lang="pt-BR" sz="1600" kern="1200" dirty="0">
              <a:solidFill>
                <a:prstClr val="black">
                  <a:tint val="75000"/>
                </a:prstClr>
              </a:solidFill>
              <a:latin typeface="Trebuchet MS"/>
              <a:ea typeface="+mn-ea"/>
              <a:cs typeface="Trebuchet MS"/>
            </a:endParaRPr>
          </a:p>
        </p:txBody>
      </p:sp>
      <p:sp>
        <p:nvSpPr>
          <p:cNvPr id="14" name="Retângulo 13"/>
          <p:cNvSpPr/>
          <p:nvPr userDrawn="1"/>
        </p:nvSpPr>
        <p:spPr>
          <a:xfrm>
            <a:off x="9305093" y="-38173"/>
            <a:ext cx="10805357" cy="9633458"/>
          </a:xfrm>
          <a:custGeom>
            <a:avLst/>
            <a:gdLst>
              <a:gd name="connsiteX0" fmla="*/ 0 w 7753505"/>
              <a:gd name="connsiteY0" fmla="*/ 0 h 2418736"/>
              <a:gd name="connsiteX1" fmla="*/ 7753505 w 7753505"/>
              <a:gd name="connsiteY1" fmla="*/ 0 h 2418736"/>
              <a:gd name="connsiteX2" fmla="*/ 7753505 w 7753505"/>
              <a:gd name="connsiteY2" fmla="*/ 2418736 h 2418736"/>
              <a:gd name="connsiteX3" fmla="*/ 0 w 7753505"/>
              <a:gd name="connsiteY3" fmla="*/ 2418736 h 2418736"/>
              <a:gd name="connsiteX4" fmla="*/ 0 w 7753505"/>
              <a:gd name="connsiteY4" fmla="*/ 0 h 2418736"/>
              <a:gd name="connsiteX0" fmla="*/ 0 w 7753505"/>
              <a:gd name="connsiteY0" fmla="*/ 0 h 2418736"/>
              <a:gd name="connsiteX1" fmla="*/ 7753505 w 7753505"/>
              <a:gd name="connsiteY1" fmla="*/ 0 h 2418736"/>
              <a:gd name="connsiteX2" fmla="*/ 7753505 w 7753505"/>
              <a:gd name="connsiteY2" fmla="*/ 2418736 h 2418736"/>
              <a:gd name="connsiteX3" fmla="*/ 3067665 w 7753505"/>
              <a:gd name="connsiteY3" fmla="*/ 825911 h 2418736"/>
              <a:gd name="connsiteX4" fmla="*/ 0 w 7753505"/>
              <a:gd name="connsiteY4" fmla="*/ 0 h 2418736"/>
              <a:gd name="connsiteX0" fmla="*/ 0 w 7753505"/>
              <a:gd name="connsiteY0" fmla="*/ 0 h 2418736"/>
              <a:gd name="connsiteX1" fmla="*/ 7753505 w 7753505"/>
              <a:gd name="connsiteY1" fmla="*/ 0 h 2418736"/>
              <a:gd name="connsiteX2" fmla="*/ 7753505 w 7753505"/>
              <a:gd name="connsiteY2" fmla="*/ 2418736 h 2418736"/>
              <a:gd name="connsiteX3" fmla="*/ 6017342 w 7753505"/>
              <a:gd name="connsiteY3" fmla="*/ 707923 h 2418736"/>
              <a:gd name="connsiteX4" fmla="*/ 0 w 7753505"/>
              <a:gd name="connsiteY4" fmla="*/ 0 h 2418736"/>
              <a:gd name="connsiteX0" fmla="*/ 0 w 7783001"/>
              <a:gd name="connsiteY0" fmla="*/ 0 h 5899355"/>
              <a:gd name="connsiteX1" fmla="*/ 7753505 w 7783001"/>
              <a:gd name="connsiteY1" fmla="*/ 0 h 5899355"/>
              <a:gd name="connsiteX2" fmla="*/ 7783001 w 7783001"/>
              <a:gd name="connsiteY2" fmla="*/ 5899355 h 5899355"/>
              <a:gd name="connsiteX3" fmla="*/ 6017342 w 7783001"/>
              <a:gd name="connsiteY3" fmla="*/ 707923 h 5899355"/>
              <a:gd name="connsiteX4" fmla="*/ 0 w 7783001"/>
              <a:gd name="connsiteY4" fmla="*/ 0 h 5899355"/>
              <a:gd name="connsiteX0" fmla="*/ 0 w 7783001"/>
              <a:gd name="connsiteY0" fmla="*/ 0 h 5899355"/>
              <a:gd name="connsiteX1" fmla="*/ 7769569 w 7783001"/>
              <a:gd name="connsiteY1" fmla="*/ 13658 h 5899355"/>
              <a:gd name="connsiteX2" fmla="*/ 7783001 w 7783001"/>
              <a:gd name="connsiteY2" fmla="*/ 5899355 h 5899355"/>
              <a:gd name="connsiteX3" fmla="*/ 6017342 w 7783001"/>
              <a:gd name="connsiteY3" fmla="*/ 707923 h 5899355"/>
              <a:gd name="connsiteX4" fmla="*/ 0 w 7783001"/>
              <a:gd name="connsiteY4" fmla="*/ 0 h 589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83001" h="5899355">
                <a:moveTo>
                  <a:pt x="0" y="0"/>
                </a:moveTo>
                <a:lnTo>
                  <a:pt x="7769569" y="13658"/>
                </a:lnTo>
                <a:cubicBezTo>
                  <a:pt x="7774046" y="1975557"/>
                  <a:pt x="7778524" y="3937456"/>
                  <a:pt x="7783001" y="5899355"/>
                </a:cubicBezTo>
                <a:lnTo>
                  <a:pt x="6017342" y="707923"/>
                </a:lnTo>
                <a:lnTo>
                  <a:pt x="0" y="0"/>
                </a:lnTo>
                <a:close/>
              </a:path>
            </a:pathLst>
          </a:custGeom>
          <a:solidFill>
            <a:srgbClr val="461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89650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Section Header A" preserve="1" userDrawn="1">
  <p:cSld name="Blue Section Header A">
    <p:spTree>
      <p:nvGrpSpPr>
        <p:cNvPr id="1" name="Shape 5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5" name="Shape 5635" descr="MGGR0001_template_ppt_neographene_08_pa8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0435604" cy="11493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2433550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Section Header C" preserve="1">
  <p:cSld name="Green Section Header C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1670050" y="8782050"/>
            <a:ext cx="1647348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C4E"/>
              </a:buClr>
              <a:buSzPts val="5300"/>
              <a:buFont typeface="Trebuchet MS"/>
              <a:buNone/>
              <a:defRPr sz="5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1670050" y="7791450"/>
            <a:ext cx="1647713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444C4E"/>
              </a:buClr>
              <a:buSzPts val="3700"/>
              <a:buFont typeface="Arial"/>
              <a:buNone/>
              <a:defRPr sz="3700" b="1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" name="Shape 19" descr="MGGR0001_template_ppt_neographene_08_pa1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7121" y="-50345"/>
            <a:ext cx="20298342" cy="11416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331915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A) Closure + Partners Logos">
  <p:cSld name="(A) Closure + Partners Logos">
    <p:spTree>
      <p:nvGrpSpPr>
        <p:cNvPr id="1" name="Shape 5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" name="Shape 5324"/>
          <p:cNvSpPr/>
          <p:nvPr/>
        </p:nvSpPr>
        <p:spPr>
          <a:xfrm>
            <a:off x="-52297" y="-23536"/>
            <a:ext cx="20208694" cy="1136277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Shape 5325"/>
          <p:cNvSpPr/>
          <p:nvPr/>
        </p:nvSpPr>
        <p:spPr>
          <a:xfrm>
            <a:off x="3005144" y="8324850"/>
            <a:ext cx="14093811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Shape 5327"/>
          <p:cNvSpPr txBox="1">
            <a:spLocks noGrp="1"/>
          </p:cNvSpPr>
          <p:nvPr>
            <p:ph type="body" idx="1"/>
          </p:nvPr>
        </p:nvSpPr>
        <p:spPr>
          <a:xfrm>
            <a:off x="5365750" y="7715250"/>
            <a:ext cx="937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5295132A-6838-4312-87C3-34EC34AE8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86221" y="3159743"/>
            <a:ext cx="10131658" cy="25870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011936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B2) Closure ">
  <p:cSld name="(B2) Closure ">
    <p:spTree>
      <p:nvGrpSpPr>
        <p:cNvPr id="1" name="Shape 5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1" name="Shape 5331"/>
          <p:cNvSpPr/>
          <p:nvPr/>
        </p:nvSpPr>
        <p:spPr>
          <a:xfrm>
            <a:off x="-52297" y="-23536"/>
            <a:ext cx="20208694" cy="1136277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2" name="Shape 5332"/>
          <p:cNvSpPr/>
          <p:nvPr/>
        </p:nvSpPr>
        <p:spPr>
          <a:xfrm>
            <a:off x="3005144" y="9104434"/>
            <a:ext cx="14093811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4" name="Shape 5334"/>
          <p:cNvSpPr txBox="1">
            <a:spLocks noGrp="1"/>
          </p:cNvSpPr>
          <p:nvPr>
            <p:ph type="body" idx="1"/>
          </p:nvPr>
        </p:nvSpPr>
        <p:spPr>
          <a:xfrm>
            <a:off x="5365750" y="7985414"/>
            <a:ext cx="9372600" cy="83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35" name="Shape 5335"/>
          <p:cNvSpPr txBox="1">
            <a:spLocks noGrp="1"/>
          </p:cNvSpPr>
          <p:nvPr>
            <p:ph type="body" idx="2"/>
          </p:nvPr>
        </p:nvSpPr>
        <p:spPr>
          <a:xfrm>
            <a:off x="5365750" y="9391650"/>
            <a:ext cx="937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5295132A-6838-4312-87C3-34EC34AE8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86221" y="3159743"/>
            <a:ext cx="10131658" cy="25870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242721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Section Header A" preserve="1">
  <p:cSld name="Green Section Header A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Shape 608" descr="MGGR0001_template_ppt_neographene_08_pa6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12516" y="-115245"/>
            <a:ext cx="20529131" cy="1154619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Shape 609"/>
          <p:cNvSpPr txBox="1">
            <a:spLocks noGrp="1"/>
          </p:cNvSpPr>
          <p:nvPr>
            <p:ph type="title"/>
          </p:nvPr>
        </p:nvSpPr>
        <p:spPr>
          <a:xfrm>
            <a:off x="2051051" y="9086850"/>
            <a:ext cx="1647348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297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0" name="Shape 610"/>
          <p:cNvSpPr txBox="1">
            <a:spLocks noGrp="1"/>
          </p:cNvSpPr>
          <p:nvPr>
            <p:ph type="body" idx="1"/>
          </p:nvPr>
        </p:nvSpPr>
        <p:spPr>
          <a:xfrm>
            <a:off x="2051051" y="8096251"/>
            <a:ext cx="1647713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6953" marR="0" lvl="0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699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3905" marR="0" lvl="1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0858" marR="0" lvl="2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7811" marR="0" lvl="3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4764" marR="0" lvl="4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1716" marR="0" lvl="5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8668" marR="0" lvl="6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5620" marR="0" lvl="7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2573" marR="0" lvl="8" indent="-2284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4579608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cover">
  <p:cSld name="Presentation cover">
    <p:spTree>
      <p:nvGrpSpPr>
        <p:cNvPr id="1" name="Shape 6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A2985B66-9D74-45DD-B421-4B113265C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507" y="3727359"/>
            <a:ext cx="11705904" cy="373721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509584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GGR0001_template_ppt_neographene_08_pa1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033" y="-98102"/>
            <a:ext cx="20468166" cy="11511904"/>
          </a:xfrm>
          <a:prstGeom prst="rect">
            <a:avLst/>
          </a:prstGeom>
        </p:spPr>
      </p:pic>
      <p:sp>
        <p:nvSpPr>
          <p:cNvPr id="8" name="Title 18"/>
          <p:cNvSpPr>
            <a:spLocks noGrp="1"/>
          </p:cNvSpPr>
          <p:nvPr>
            <p:ph type="title" hasCustomPrompt="1"/>
          </p:nvPr>
        </p:nvSpPr>
        <p:spPr>
          <a:xfrm>
            <a:off x="8375651" y="4057650"/>
            <a:ext cx="11198916" cy="762000"/>
          </a:xfrm>
          <a:prstGeom prst="rect">
            <a:avLst/>
          </a:prstGeom>
        </p:spPr>
        <p:txBody>
          <a:bodyPr vert="horz"/>
          <a:lstStyle>
            <a:lvl1pPr algn="l">
              <a:defRPr sz="5300" spc="0" baseline="0">
                <a:solidFill>
                  <a:srgbClr val="FFFFF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pt-BR" sz="5350" noProof="0">
                <a:solidFill>
                  <a:srgbClr val="FFFFFF"/>
                </a:solidFill>
                <a:latin typeface="Trebuchet MS"/>
                <a:cs typeface="Trebuchet MS"/>
              </a:rPr>
              <a:t>Click to add section title </a:t>
            </a:r>
            <a:endParaRPr lang="pt-BR" sz="5350" noProof="0">
              <a:latin typeface="Trebuchet MS"/>
              <a:cs typeface="Trebuchet MS"/>
            </a:endParaRPr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0" hasCustomPrompt="1"/>
          </p:nvPr>
        </p:nvSpPr>
        <p:spPr>
          <a:xfrm>
            <a:off x="8375651" y="3067050"/>
            <a:ext cx="11201400" cy="53340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3700" b="1" i="0" spc="0">
                <a:solidFill>
                  <a:srgbClr val="FFFFF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Click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section</a:t>
            </a:r>
            <a:r>
              <a:rPr lang="pt-BR" sz="37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3700" b="1" noProof="0" dirty="0" err="1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endParaRPr lang="pt-BR" sz="3700" noProof="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936522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ext 1 Column" preserve="1" userDrawn="1">
  <p:cSld name="1_Blue Text 1 Column">
    <p:spTree>
      <p:nvGrpSpPr>
        <p:cNvPr id="1" name="Shape 5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4" name="Shape 5344"/>
          <p:cNvSpPr txBox="1">
            <a:spLocks noGrp="1"/>
          </p:cNvSpPr>
          <p:nvPr>
            <p:ph type="body" idx="2"/>
          </p:nvPr>
        </p:nvSpPr>
        <p:spPr>
          <a:xfrm>
            <a:off x="1136650" y="552450"/>
            <a:ext cx="1813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E6E6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6E6E6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345" name="Shape 5345"/>
          <p:cNvSpPr txBox="1">
            <a:spLocks noGrp="1"/>
          </p:cNvSpPr>
          <p:nvPr>
            <p:ph type="title"/>
          </p:nvPr>
        </p:nvSpPr>
        <p:spPr>
          <a:xfrm>
            <a:off x="1114348" y="2016950"/>
            <a:ext cx="12105066" cy="10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9B"/>
              </a:buClr>
              <a:buSzPts val="4200"/>
              <a:buFont typeface="Arial"/>
              <a:buNone/>
              <a:defRPr sz="4400" b="1" i="0" u="none" strike="noStrike" cap="none">
                <a:solidFill>
                  <a:srgbClr val="00919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 dirty="0"/>
          </a:p>
        </p:txBody>
      </p:sp>
      <p:sp>
        <p:nvSpPr>
          <p:cNvPr id="572" name="CaixaDeTexto 571"/>
          <p:cNvSpPr txBox="1"/>
          <p:nvPr userDrawn="1"/>
        </p:nvSpPr>
        <p:spPr>
          <a:xfrm>
            <a:off x="1150069" y="10044259"/>
            <a:ext cx="2620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FFFFFF">
                    <a:lumMod val="50000"/>
                  </a:srgbClr>
                </a:solidFill>
                <a:latin typeface="Trebuchet MS" panose="020B0603020202020204" pitchFamily="34" charset="0"/>
              </a:rPr>
              <a:t>MGgrafeno</a:t>
            </a:r>
            <a:r>
              <a:rPr lang="pt-BR" sz="2400" dirty="0">
                <a:solidFill>
                  <a:srgbClr val="FFFFFF">
                    <a:lumMod val="50000"/>
                  </a:srgbClr>
                </a:solidFill>
                <a:latin typeface="Trebuchet MS" panose="020B0603020202020204" pitchFamily="34" charset="0"/>
              </a:rPr>
              <a:t> 2.0</a:t>
            </a:r>
          </a:p>
        </p:txBody>
      </p:sp>
      <p:sp>
        <p:nvSpPr>
          <p:cNvPr id="573" name="object 6"/>
          <p:cNvSpPr/>
          <p:nvPr userDrawn="1"/>
        </p:nvSpPr>
        <p:spPr>
          <a:xfrm>
            <a:off x="37624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4" name="object 7"/>
          <p:cNvSpPr/>
          <p:nvPr userDrawn="1"/>
        </p:nvSpPr>
        <p:spPr>
          <a:xfrm>
            <a:off x="415565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5" name="object 8"/>
          <p:cNvSpPr/>
          <p:nvPr userDrawn="1"/>
        </p:nvSpPr>
        <p:spPr>
          <a:xfrm>
            <a:off x="454882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6" name="object 9"/>
          <p:cNvSpPr/>
          <p:nvPr userDrawn="1"/>
        </p:nvSpPr>
        <p:spPr>
          <a:xfrm>
            <a:off x="494198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7" name="object 10"/>
          <p:cNvSpPr/>
          <p:nvPr userDrawn="1"/>
        </p:nvSpPr>
        <p:spPr>
          <a:xfrm>
            <a:off x="533516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8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9" name="object 13"/>
          <p:cNvSpPr/>
          <p:nvPr userDrawn="1"/>
        </p:nvSpPr>
        <p:spPr>
          <a:xfrm>
            <a:off x="395305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0" name="object 14"/>
          <p:cNvSpPr/>
          <p:nvPr userDrawn="1"/>
        </p:nvSpPr>
        <p:spPr>
          <a:xfrm>
            <a:off x="43453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1" name="object 15"/>
          <p:cNvSpPr/>
          <p:nvPr userDrawn="1"/>
        </p:nvSpPr>
        <p:spPr>
          <a:xfrm>
            <a:off x="47375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2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3" name="object 17"/>
          <p:cNvSpPr/>
          <p:nvPr userDrawn="1"/>
        </p:nvSpPr>
        <p:spPr>
          <a:xfrm>
            <a:off x="55220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4" name="object 18"/>
          <p:cNvSpPr/>
          <p:nvPr userDrawn="1"/>
        </p:nvSpPr>
        <p:spPr>
          <a:xfrm>
            <a:off x="120733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5" name="object 19"/>
          <p:cNvSpPr/>
          <p:nvPr userDrawn="1"/>
        </p:nvSpPr>
        <p:spPr>
          <a:xfrm>
            <a:off x="159958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6" name="object 20"/>
          <p:cNvSpPr/>
          <p:nvPr userDrawn="1"/>
        </p:nvSpPr>
        <p:spPr>
          <a:xfrm>
            <a:off x="199183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7" name="object 21"/>
          <p:cNvSpPr/>
          <p:nvPr userDrawn="1"/>
        </p:nvSpPr>
        <p:spPr>
          <a:xfrm>
            <a:off x="23840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8" name="object 22"/>
          <p:cNvSpPr/>
          <p:nvPr userDrawn="1"/>
        </p:nvSpPr>
        <p:spPr>
          <a:xfrm>
            <a:off x="27763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9" name="object 23"/>
          <p:cNvSpPr/>
          <p:nvPr userDrawn="1"/>
        </p:nvSpPr>
        <p:spPr>
          <a:xfrm>
            <a:off x="316857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0" name="object 24"/>
          <p:cNvSpPr/>
          <p:nvPr userDrawn="1"/>
        </p:nvSpPr>
        <p:spPr>
          <a:xfrm>
            <a:off x="356081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1" name="object 25"/>
          <p:cNvSpPr/>
          <p:nvPr userDrawn="1"/>
        </p:nvSpPr>
        <p:spPr>
          <a:xfrm>
            <a:off x="395305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2" name="object 26"/>
          <p:cNvSpPr/>
          <p:nvPr userDrawn="1"/>
        </p:nvSpPr>
        <p:spPr>
          <a:xfrm>
            <a:off x="434529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3" name="object 27"/>
          <p:cNvSpPr/>
          <p:nvPr userDrawn="1"/>
        </p:nvSpPr>
        <p:spPr>
          <a:xfrm>
            <a:off x="473754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4" name="object 28"/>
          <p:cNvSpPr/>
          <p:nvPr userDrawn="1"/>
        </p:nvSpPr>
        <p:spPr>
          <a:xfrm>
            <a:off x="5129791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5" name="object 29"/>
          <p:cNvSpPr/>
          <p:nvPr userDrawn="1"/>
        </p:nvSpPr>
        <p:spPr>
          <a:xfrm>
            <a:off x="55220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6" name="object 30"/>
          <p:cNvSpPr/>
          <p:nvPr userDrawn="1"/>
        </p:nvSpPr>
        <p:spPr>
          <a:xfrm>
            <a:off x="120734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7" name="object 31"/>
          <p:cNvSpPr/>
          <p:nvPr userDrawn="1"/>
        </p:nvSpPr>
        <p:spPr>
          <a:xfrm>
            <a:off x="15995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8" name="object 32"/>
          <p:cNvSpPr/>
          <p:nvPr userDrawn="1"/>
        </p:nvSpPr>
        <p:spPr>
          <a:xfrm>
            <a:off x="1991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9" name="object 33"/>
          <p:cNvSpPr/>
          <p:nvPr userDrawn="1"/>
        </p:nvSpPr>
        <p:spPr>
          <a:xfrm>
            <a:off x="23840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0" name="object 34"/>
          <p:cNvSpPr/>
          <p:nvPr userDrawn="1"/>
        </p:nvSpPr>
        <p:spPr>
          <a:xfrm>
            <a:off x="27763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1" name="object 35"/>
          <p:cNvSpPr/>
          <p:nvPr userDrawn="1"/>
        </p:nvSpPr>
        <p:spPr>
          <a:xfrm>
            <a:off x="316857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2" name="object 36"/>
          <p:cNvSpPr/>
          <p:nvPr userDrawn="1"/>
        </p:nvSpPr>
        <p:spPr>
          <a:xfrm>
            <a:off x="35608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3" name="object 37"/>
          <p:cNvSpPr/>
          <p:nvPr userDrawn="1"/>
        </p:nvSpPr>
        <p:spPr>
          <a:xfrm>
            <a:off x="395305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4" name="object 38"/>
          <p:cNvSpPr/>
          <p:nvPr userDrawn="1"/>
        </p:nvSpPr>
        <p:spPr>
          <a:xfrm>
            <a:off x="434530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5" name="object 39"/>
          <p:cNvSpPr/>
          <p:nvPr userDrawn="1"/>
        </p:nvSpPr>
        <p:spPr>
          <a:xfrm>
            <a:off x="47375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6" name="object 40"/>
          <p:cNvSpPr/>
          <p:nvPr userDrawn="1"/>
        </p:nvSpPr>
        <p:spPr>
          <a:xfrm>
            <a:off x="512979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7" name="object 41"/>
          <p:cNvSpPr/>
          <p:nvPr userDrawn="1"/>
        </p:nvSpPr>
        <p:spPr>
          <a:xfrm>
            <a:off x="55220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8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9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0" name="object 44"/>
          <p:cNvSpPr/>
          <p:nvPr userDrawn="1"/>
        </p:nvSpPr>
        <p:spPr>
          <a:xfrm>
            <a:off x="218980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1" name="object 45"/>
          <p:cNvSpPr/>
          <p:nvPr userDrawn="1"/>
        </p:nvSpPr>
        <p:spPr>
          <a:xfrm>
            <a:off x="258297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2" name="object 46"/>
          <p:cNvSpPr/>
          <p:nvPr userDrawn="1"/>
        </p:nvSpPr>
        <p:spPr>
          <a:xfrm>
            <a:off x="29761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3" name="object 47"/>
          <p:cNvSpPr/>
          <p:nvPr userDrawn="1"/>
        </p:nvSpPr>
        <p:spPr>
          <a:xfrm>
            <a:off x="336931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4" name="object 48"/>
          <p:cNvSpPr/>
          <p:nvPr userDrawn="1"/>
        </p:nvSpPr>
        <p:spPr>
          <a:xfrm>
            <a:off x="3762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5" name="object 49"/>
          <p:cNvSpPr/>
          <p:nvPr userDrawn="1"/>
        </p:nvSpPr>
        <p:spPr>
          <a:xfrm>
            <a:off x="415565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6" name="object 50"/>
          <p:cNvSpPr/>
          <p:nvPr userDrawn="1"/>
        </p:nvSpPr>
        <p:spPr>
          <a:xfrm>
            <a:off x="454882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7" name="object 51"/>
          <p:cNvSpPr/>
          <p:nvPr userDrawn="1"/>
        </p:nvSpPr>
        <p:spPr>
          <a:xfrm>
            <a:off x="494198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8" name="object 52"/>
          <p:cNvSpPr/>
          <p:nvPr userDrawn="1"/>
        </p:nvSpPr>
        <p:spPr>
          <a:xfrm>
            <a:off x="533516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9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0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1" name="object 55"/>
          <p:cNvSpPr/>
          <p:nvPr userDrawn="1"/>
        </p:nvSpPr>
        <p:spPr>
          <a:xfrm>
            <a:off x="218979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2" name="object 56"/>
          <p:cNvSpPr/>
          <p:nvPr userDrawn="1"/>
        </p:nvSpPr>
        <p:spPr>
          <a:xfrm>
            <a:off x="258297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3" name="object 57"/>
          <p:cNvSpPr/>
          <p:nvPr userDrawn="1"/>
        </p:nvSpPr>
        <p:spPr>
          <a:xfrm>
            <a:off x="2976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4" name="object 58"/>
          <p:cNvSpPr/>
          <p:nvPr userDrawn="1"/>
        </p:nvSpPr>
        <p:spPr>
          <a:xfrm>
            <a:off x="33693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5" name="object 59"/>
          <p:cNvSpPr/>
          <p:nvPr userDrawn="1"/>
        </p:nvSpPr>
        <p:spPr>
          <a:xfrm>
            <a:off x="3762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6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7" name="object 61"/>
          <p:cNvSpPr/>
          <p:nvPr userDrawn="1"/>
        </p:nvSpPr>
        <p:spPr>
          <a:xfrm>
            <a:off x="454882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8" name="object 62"/>
          <p:cNvSpPr/>
          <p:nvPr userDrawn="1"/>
        </p:nvSpPr>
        <p:spPr>
          <a:xfrm>
            <a:off x="494198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9" name="object 63"/>
          <p:cNvSpPr/>
          <p:nvPr userDrawn="1"/>
        </p:nvSpPr>
        <p:spPr>
          <a:xfrm>
            <a:off x="533515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0" name="object 64"/>
          <p:cNvSpPr/>
          <p:nvPr userDrawn="1"/>
        </p:nvSpPr>
        <p:spPr>
          <a:xfrm>
            <a:off x="572742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1" name="object 65"/>
          <p:cNvSpPr/>
          <p:nvPr userDrawn="1"/>
        </p:nvSpPr>
        <p:spPr>
          <a:xfrm>
            <a:off x="5914301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2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3" name="object 67"/>
          <p:cNvSpPr/>
          <p:nvPr userDrawn="1"/>
        </p:nvSpPr>
        <p:spPr>
          <a:xfrm>
            <a:off x="5914301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4" name="object 68"/>
          <p:cNvSpPr/>
          <p:nvPr userDrawn="1"/>
        </p:nvSpPr>
        <p:spPr>
          <a:xfrm>
            <a:off x="572742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5" name="object 69"/>
          <p:cNvSpPr/>
          <p:nvPr userDrawn="1"/>
        </p:nvSpPr>
        <p:spPr>
          <a:xfrm>
            <a:off x="572742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6" name="object 70"/>
          <p:cNvSpPr/>
          <p:nvPr userDrawn="1"/>
        </p:nvSpPr>
        <p:spPr>
          <a:xfrm>
            <a:off x="815126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7" name="object 71"/>
          <p:cNvSpPr/>
          <p:nvPr userDrawn="1"/>
        </p:nvSpPr>
        <p:spPr>
          <a:xfrm>
            <a:off x="815116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8" name="object 72"/>
          <p:cNvSpPr/>
          <p:nvPr userDrawn="1"/>
        </p:nvSpPr>
        <p:spPr>
          <a:xfrm>
            <a:off x="815126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9" name="object 73"/>
          <p:cNvSpPr/>
          <p:nvPr userDrawn="1"/>
        </p:nvSpPr>
        <p:spPr>
          <a:xfrm>
            <a:off x="1020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0" name="object 74"/>
          <p:cNvSpPr/>
          <p:nvPr userDrawn="1"/>
        </p:nvSpPr>
        <p:spPr>
          <a:xfrm>
            <a:off x="1020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1" name="object 75"/>
          <p:cNvSpPr/>
          <p:nvPr userDrawn="1"/>
        </p:nvSpPr>
        <p:spPr>
          <a:xfrm>
            <a:off x="650265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2" name="object 76"/>
          <p:cNvSpPr/>
          <p:nvPr userDrawn="1"/>
        </p:nvSpPr>
        <p:spPr>
          <a:xfrm>
            <a:off x="6895821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3" name="object 77"/>
          <p:cNvSpPr/>
          <p:nvPr userDrawn="1"/>
        </p:nvSpPr>
        <p:spPr>
          <a:xfrm>
            <a:off x="630652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4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5" name="object 79"/>
          <p:cNvSpPr/>
          <p:nvPr userDrawn="1"/>
        </p:nvSpPr>
        <p:spPr>
          <a:xfrm>
            <a:off x="63065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6" name="object 80"/>
          <p:cNvSpPr/>
          <p:nvPr userDrawn="1"/>
        </p:nvSpPr>
        <p:spPr>
          <a:xfrm>
            <a:off x="6698759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7" name="object 81"/>
          <p:cNvSpPr/>
          <p:nvPr userDrawn="1"/>
        </p:nvSpPr>
        <p:spPr>
          <a:xfrm>
            <a:off x="630652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8" name="object 82"/>
          <p:cNvSpPr/>
          <p:nvPr userDrawn="1"/>
        </p:nvSpPr>
        <p:spPr>
          <a:xfrm>
            <a:off x="669877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9" name="object 83"/>
          <p:cNvSpPr/>
          <p:nvPr userDrawn="1"/>
        </p:nvSpPr>
        <p:spPr>
          <a:xfrm>
            <a:off x="65026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0" name="object 84"/>
          <p:cNvSpPr/>
          <p:nvPr userDrawn="1"/>
        </p:nvSpPr>
        <p:spPr>
          <a:xfrm>
            <a:off x="6895821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1" name="object 85"/>
          <p:cNvSpPr/>
          <p:nvPr userDrawn="1"/>
        </p:nvSpPr>
        <p:spPr>
          <a:xfrm>
            <a:off x="65026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2" name="object 86"/>
          <p:cNvSpPr/>
          <p:nvPr userDrawn="1"/>
        </p:nvSpPr>
        <p:spPr>
          <a:xfrm>
            <a:off x="6895810" y="1066708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3" name="object 87"/>
          <p:cNvSpPr/>
          <p:nvPr userDrawn="1"/>
        </p:nvSpPr>
        <p:spPr>
          <a:xfrm>
            <a:off x="61196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4" name="object 88"/>
          <p:cNvSpPr/>
          <p:nvPr userDrawn="1"/>
        </p:nvSpPr>
        <p:spPr>
          <a:xfrm>
            <a:off x="61196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5" name="object 89"/>
          <p:cNvSpPr/>
          <p:nvPr userDrawn="1"/>
        </p:nvSpPr>
        <p:spPr>
          <a:xfrm>
            <a:off x="611966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6" name="object 90"/>
          <p:cNvSpPr/>
          <p:nvPr userDrawn="1"/>
        </p:nvSpPr>
        <p:spPr>
          <a:xfrm>
            <a:off x="628253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7" name="object 91"/>
          <p:cNvSpPr/>
          <p:nvPr userDrawn="1"/>
        </p:nvSpPr>
        <p:spPr>
          <a:xfrm>
            <a:off x="628253" y="9972984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8" name="object 92"/>
          <p:cNvSpPr/>
          <p:nvPr userDrawn="1"/>
        </p:nvSpPr>
        <p:spPr>
          <a:xfrm>
            <a:off x="62825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9" name="object 93"/>
          <p:cNvSpPr/>
          <p:nvPr userDrawn="1"/>
        </p:nvSpPr>
        <p:spPr>
          <a:xfrm>
            <a:off x="884965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0" name="object 94"/>
          <p:cNvSpPr/>
          <p:nvPr userDrawn="1"/>
        </p:nvSpPr>
        <p:spPr>
          <a:xfrm>
            <a:off x="924281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1" name="object 95"/>
          <p:cNvSpPr/>
          <p:nvPr userDrawn="1"/>
        </p:nvSpPr>
        <p:spPr>
          <a:xfrm>
            <a:off x="963598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2" name="object 96"/>
          <p:cNvSpPr/>
          <p:nvPr userDrawn="1"/>
        </p:nvSpPr>
        <p:spPr>
          <a:xfrm>
            <a:off x="1002916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3" name="object 97"/>
          <p:cNvSpPr/>
          <p:nvPr userDrawn="1"/>
        </p:nvSpPr>
        <p:spPr>
          <a:xfrm>
            <a:off x="1042233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4" name="object 98"/>
          <p:cNvSpPr/>
          <p:nvPr userDrawn="1"/>
        </p:nvSpPr>
        <p:spPr>
          <a:xfrm>
            <a:off x="1081550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5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6" name="object 100"/>
          <p:cNvSpPr/>
          <p:nvPr userDrawn="1"/>
        </p:nvSpPr>
        <p:spPr>
          <a:xfrm>
            <a:off x="1160184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7" name="object 101"/>
          <p:cNvSpPr/>
          <p:nvPr userDrawn="1"/>
        </p:nvSpPr>
        <p:spPr>
          <a:xfrm>
            <a:off x="1199500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8" name="object 102"/>
          <p:cNvSpPr/>
          <p:nvPr userDrawn="1"/>
        </p:nvSpPr>
        <p:spPr>
          <a:xfrm>
            <a:off x="123881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9" name="object 103"/>
          <p:cNvSpPr/>
          <p:nvPr userDrawn="1"/>
        </p:nvSpPr>
        <p:spPr>
          <a:xfrm>
            <a:off x="1278134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0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1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2" name="object 106"/>
          <p:cNvSpPr/>
          <p:nvPr userDrawn="1"/>
        </p:nvSpPr>
        <p:spPr>
          <a:xfrm>
            <a:off x="943801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3" name="object 107"/>
          <p:cNvSpPr/>
          <p:nvPr userDrawn="1"/>
        </p:nvSpPr>
        <p:spPr>
          <a:xfrm>
            <a:off x="98302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4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5" name="object 109"/>
          <p:cNvSpPr/>
          <p:nvPr userDrawn="1"/>
        </p:nvSpPr>
        <p:spPr>
          <a:xfrm>
            <a:off x="106147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6" name="object 110"/>
          <p:cNvSpPr/>
          <p:nvPr userDrawn="1"/>
        </p:nvSpPr>
        <p:spPr>
          <a:xfrm>
            <a:off x="1100699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7" name="object 111"/>
          <p:cNvSpPr/>
          <p:nvPr userDrawn="1"/>
        </p:nvSpPr>
        <p:spPr>
          <a:xfrm>
            <a:off x="1139924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8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9" name="object 113"/>
          <p:cNvSpPr/>
          <p:nvPr userDrawn="1"/>
        </p:nvSpPr>
        <p:spPr>
          <a:xfrm>
            <a:off x="1218372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0" name="object 114"/>
          <p:cNvSpPr/>
          <p:nvPr userDrawn="1"/>
        </p:nvSpPr>
        <p:spPr>
          <a:xfrm>
            <a:off x="1257598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1" name="object 115"/>
          <p:cNvSpPr/>
          <p:nvPr userDrawn="1"/>
        </p:nvSpPr>
        <p:spPr>
          <a:xfrm>
            <a:off x="129682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2" name="object 116"/>
          <p:cNvSpPr/>
          <p:nvPr userDrawn="1"/>
        </p:nvSpPr>
        <p:spPr>
          <a:xfrm>
            <a:off x="865352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3" name="object 117"/>
          <p:cNvSpPr/>
          <p:nvPr userDrawn="1"/>
        </p:nvSpPr>
        <p:spPr>
          <a:xfrm>
            <a:off x="904576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4" name="object 118"/>
          <p:cNvSpPr/>
          <p:nvPr userDrawn="1"/>
        </p:nvSpPr>
        <p:spPr>
          <a:xfrm>
            <a:off x="943801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5" name="object 119"/>
          <p:cNvSpPr/>
          <p:nvPr userDrawn="1"/>
        </p:nvSpPr>
        <p:spPr>
          <a:xfrm>
            <a:off x="983025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6" name="object 120"/>
          <p:cNvSpPr/>
          <p:nvPr userDrawn="1"/>
        </p:nvSpPr>
        <p:spPr>
          <a:xfrm>
            <a:off x="1022250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7" name="object 121"/>
          <p:cNvSpPr/>
          <p:nvPr userDrawn="1"/>
        </p:nvSpPr>
        <p:spPr>
          <a:xfrm>
            <a:off x="1061475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8" name="object 122"/>
          <p:cNvSpPr/>
          <p:nvPr userDrawn="1"/>
        </p:nvSpPr>
        <p:spPr>
          <a:xfrm>
            <a:off x="1100699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9" name="object 123"/>
          <p:cNvSpPr/>
          <p:nvPr userDrawn="1"/>
        </p:nvSpPr>
        <p:spPr>
          <a:xfrm>
            <a:off x="1139924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0" name="object 124"/>
          <p:cNvSpPr/>
          <p:nvPr userDrawn="1"/>
        </p:nvSpPr>
        <p:spPr>
          <a:xfrm>
            <a:off x="1179147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1" name="object 125"/>
          <p:cNvSpPr/>
          <p:nvPr userDrawn="1"/>
        </p:nvSpPr>
        <p:spPr>
          <a:xfrm>
            <a:off x="1218372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2" name="object 126"/>
          <p:cNvSpPr/>
          <p:nvPr userDrawn="1"/>
        </p:nvSpPr>
        <p:spPr>
          <a:xfrm>
            <a:off x="1257598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3" name="object 127"/>
          <p:cNvSpPr/>
          <p:nvPr userDrawn="1"/>
        </p:nvSpPr>
        <p:spPr>
          <a:xfrm>
            <a:off x="129682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4" name="object 128"/>
          <p:cNvSpPr/>
          <p:nvPr userDrawn="1"/>
        </p:nvSpPr>
        <p:spPr>
          <a:xfrm>
            <a:off x="865352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5" name="object 129"/>
          <p:cNvSpPr/>
          <p:nvPr userDrawn="1"/>
        </p:nvSpPr>
        <p:spPr>
          <a:xfrm>
            <a:off x="904577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6" name="object 130"/>
          <p:cNvSpPr/>
          <p:nvPr userDrawn="1"/>
        </p:nvSpPr>
        <p:spPr>
          <a:xfrm>
            <a:off x="943801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7" name="object 131"/>
          <p:cNvSpPr/>
          <p:nvPr userDrawn="1"/>
        </p:nvSpPr>
        <p:spPr>
          <a:xfrm>
            <a:off x="98302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8" name="object 132"/>
          <p:cNvSpPr/>
          <p:nvPr userDrawn="1"/>
        </p:nvSpPr>
        <p:spPr>
          <a:xfrm>
            <a:off x="1022250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9" name="object 133"/>
          <p:cNvSpPr/>
          <p:nvPr userDrawn="1"/>
        </p:nvSpPr>
        <p:spPr>
          <a:xfrm>
            <a:off x="106147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0" name="object 134"/>
          <p:cNvSpPr/>
          <p:nvPr userDrawn="1"/>
        </p:nvSpPr>
        <p:spPr>
          <a:xfrm>
            <a:off x="1100699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1" name="object 135"/>
          <p:cNvSpPr/>
          <p:nvPr userDrawn="1"/>
        </p:nvSpPr>
        <p:spPr>
          <a:xfrm>
            <a:off x="1139924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2" name="object 136"/>
          <p:cNvSpPr/>
          <p:nvPr userDrawn="1"/>
        </p:nvSpPr>
        <p:spPr>
          <a:xfrm>
            <a:off x="117914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3" name="object 137"/>
          <p:cNvSpPr/>
          <p:nvPr userDrawn="1"/>
        </p:nvSpPr>
        <p:spPr>
          <a:xfrm>
            <a:off x="1218372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4" name="object 138"/>
          <p:cNvSpPr/>
          <p:nvPr userDrawn="1"/>
        </p:nvSpPr>
        <p:spPr>
          <a:xfrm>
            <a:off x="1257598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5" name="object 139"/>
          <p:cNvSpPr/>
          <p:nvPr userDrawn="1"/>
        </p:nvSpPr>
        <p:spPr>
          <a:xfrm>
            <a:off x="129682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6" name="object 140"/>
          <p:cNvSpPr/>
          <p:nvPr userDrawn="1"/>
        </p:nvSpPr>
        <p:spPr>
          <a:xfrm>
            <a:off x="884965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7" name="object 141"/>
          <p:cNvSpPr/>
          <p:nvPr userDrawn="1"/>
        </p:nvSpPr>
        <p:spPr>
          <a:xfrm>
            <a:off x="924281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8" name="object 142"/>
          <p:cNvSpPr/>
          <p:nvPr userDrawn="1"/>
        </p:nvSpPr>
        <p:spPr>
          <a:xfrm>
            <a:off x="963598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9" name="object 143"/>
          <p:cNvSpPr/>
          <p:nvPr userDrawn="1"/>
        </p:nvSpPr>
        <p:spPr>
          <a:xfrm>
            <a:off x="1002916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0" name="object 144"/>
          <p:cNvSpPr/>
          <p:nvPr userDrawn="1"/>
        </p:nvSpPr>
        <p:spPr>
          <a:xfrm>
            <a:off x="1042233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1" name="object 145"/>
          <p:cNvSpPr/>
          <p:nvPr userDrawn="1"/>
        </p:nvSpPr>
        <p:spPr>
          <a:xfrm>
            <a:off x="1081550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2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3" name="object 147"/>
          <p:cNvSpPr/>
          <p:nvPr userDrawn="1"/>
        </p:nvSpPr>
        <p:spPr>
          <a:xfrm>
            <a:off x="1160184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4" name="object 148"/>
          <p:cNvSpPr/>
          <p:nvPr userDrawn="1"/>
        </p:nvSpPr>
        <p:spPr>
          <a:xfrm>
            <a:off x="1199500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5" name="object 149"/>
          <p:cNvSpPr/>
          <p:nvPr userDrawn="1"/>
        </p:nvSpPr>
        <p:spPr>
          <a:xfrm>
            <a:off x="123881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6" name="object 150"/>
          <p:cNvSpPr/>
          <p:nvPr userDrawn="1"/>
        </p:nvSpPr>
        <p:spPr>
          <a:xfrm>
            <a:off x="1278134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7" name="object 151"/>
          <p:cNvSpPr/>
          <p:nvPr userDrawn="1"/>
        </p:nvSpPr>
        <p:spPr>
          <a:xfrm>
            <a:off x="884964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8" name="object 152"/>
          <p:cNvSpPr/>
          <p:nvPr userDrawn="1"/>
        </p:nvSpPr>
        <p:spPr>
          <a:xfrm>
            <a:off x="924281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9" name="object 153"/>
          <p:cNvSpPr/>
          <p:nvPr userDrawn="1"/>
        </p:nvSpPr>
        <p:spPr>
          <a:xfrm>
            <a:off x="963597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0" name="object 154"/>
          <p:cNvSpPr/>
          <p:nvPr userDrawn="1"/>
        </p:nvSpPr>
        <p:spPr>
          <a:xfrm>
            <a:off x="1002914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1" name="object 155"/>
          <p:cNvSpPr/>
          <p:nvPr userDrawn="1"/>
        </p:nvSpPr>
        <p:spPr>
          <a:xfrm>
            <a:off x="1042233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2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3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4" name="object 158"/>
          <p:cNvSpPr/>
          <p:nvPr userDrawn="1"/>
        </p:nvSpPr>
        <p:spPr>
          <a:xfrm>
            <a:off x="1160184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5" name="object 159"/>
          <p:cNvSpPr/>
          <p:nvPr userDrawn="1"/>
        </p:nvSpPr>
        <p:spPr>
          <a:xfrm>
            <a:off x="1199500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6" name="object 160"/>
          <p:cNvSpPr/>
          <p:nvPr userDrawn="1"/>
        </p:nvSpPr>
        <p:spPr>
          <a:xfrm>
            <a:off x="1238817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7" name="object 161"/>
          <p:cNvSpPr/>
          <p:nvPr userDrawn="1"/>
        </p:nvSpPr>
        <p:spPr>
          <a:xfrm>
            <a:off x="1278134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8" name="object 162"/>
          <p:cNvSpPr/>
          <p:nvPr userDrawn="1"/>
        </p:nvSpPr>
        <p:spPr>
          <a:xfrm>
            <a:off x="131736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9" name="object 163"/>
          <p:cNvSpPr/>
          <p:nvPr userDrawn="1"/>
        </p:nvSpPr>
        <p:spPr>
          <a:xfrm>
            <a:off x="13360483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0" name="object 164"/>
          <p:cNvSpPr/>
          <p:nvPr userDrawn="1"/>
        </p:nvSpPr>
        <p:spPr>
          <a:xfrm>
            <a:off x="13360483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1" name="object 165"/>
          <p:cNvSpPr/>
          <p:nvPr userDrawn="1"/>
        </p:nvSpPr>
        <p:spPr>
          <a:xfrm>
            <a:off x="13360483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2" name="object 166"/>
          <p:cNvSpPr/>
          <p:nvPr userDrawn="1"/>
        </p:nvSpPr>
        <p:spPr>
          <a:xfrm>
            <a:off x="131736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3" name="object 167"/>
          <p:cNvSpPr/>
          <p:nvPr userDrawn="1"/>
        </p:nvSpPr>
        <p:spPr>
          <a:xfrm>
            <a:off x="1317360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4" name="object 168"/>
          <p:cNvSpPr/>
          <p:nvPr userDrawn="1"/>
        </p:nvSpPr>
        <p:spPr>
          <a:xfrm>
            <a:off x="846667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5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6" name="object 170"/>
          <p:cNvSpPr/>
          <p:nvPr userDrawn="1"/>
        </p:nvSpPr>
        <p:spPr>
          <a:xfrm>
            <a:off x="826130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7" name="object 171"/>
          <p:cNvSpPr/>
          <p:nvPr userDrawn="1"/>
        </p:nvSpPr>
        <p:spPr>
          <a:xfrm>
            <a:off x="826130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8" name="object 172"/>
          <p:cNvSpPr/>
          <p:nvPr userDrawn="1"/>
        </p:nvSpPr>
        <p:spPr>
          <a:xfrm>
            <a:off x="846667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9" name="object 173"/>
          <p:cNvSpPr/>
          <p:nvPr userDrawn="1"/>
        </p:nvSpPr>
        <p:spPr>
          <a:xfrm>
            <a:off x="846667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0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1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2" name="object 176"/>
          <p:cNvSpPr/>
          <p:nvPr userDrawn="1"/>
        </p:nvSpPr>
        <p:spPr>
          <a:xfrm>
            <a:off x="1375271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3" name="object 177"/>
          <p:cNvSpPr/>
          <p:nvPr userDrawn="1"/>
        </p:nvSpPr>
        <p:spPr>
          <a:xfrm>
            <a:off x="137527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4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5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6" name="object 180"/>
          <p:cNvSpPr/>
          <p:nvPr userDrawn="1"/>
        </p:nvSpPr>
        <p:spPr>
          <a:xfrm>
            <a:off x="135658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7" name="object 181"/>
          <p:cNvSpPr/>
          <p:nvPr userDrawn="1"/>
        </p:nvSpPr>
        <p:spPr>
          <a:xfrm>
            <a:off x="135658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8" name="object 182"/>
          <p:cNvSpPr/>
          <p:nvPr userDrawn="1"/>
        </p:nvSpPr>
        <p:spPr>
          <a:xfrm>
            <a:off x="135658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9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0" name="object 184"/>
          <p:cNvSpPr/>
          <p:nvPr userDrawn="1"/>
        </p:nvSpPr>
        <p:spPr>
          <a:xfrm>
            <a:off x="151264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1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2" name="object 186"/>
          <p:cNvSpPr/>
          <p:nvPr userDrawn="1"/>
        </p:nvSpPr>
        <p:spPr>
          <a:xfrm>
            <a:off x="1591276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3" name="object 187"/>
          <p:cNvSpPr/>
          <p:nvPr userDrawn="1"/>
        </p:nvSpPr>
        <p:spPr>
          <a:xfrm>
            <a:off x="163059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4" name="object 188"/>
          <p:cNvSpPr/>
          <p:nvPr userDrawn="1"/>
        </p:nvSpPr>
        <p:spPr>
          <a:xfrm>
            <a:off x="166990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5" name="object 189"/>
          <p:cNvSpPr/>
          <p:nvPr userDrawn="1"/>
        </p:nvSpPr>
        <p:spPr>
          <a:xfrm>
            <a:off x="170922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6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7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8" name="object 192"/>
          <p:cNvSpPr/>
          <p:nvPr userDrawn="1"/>
        </p:nvSpPr>
        <p:spPr>
          <a:xfrm>
            <a:off x="1453711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9" name="object 193"/>
          <p:cNvSpPr/>
          <p:nvPr userDrawn="1"/>
        </p:nvSpPr>
        <p:spPr>
          <a:xfrm>
            <a:off x="1492936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0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1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2" name="object 196"/>
          <p:cNvSpPr/>
          <p:nvPr userDrawn="1"/>
        </p:nvSpPr>
        <p:spPr>
          <a:xfrm>
            <a:off x="1610610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3" name="object 197"/>
          <p:cNvSpPr/>
          <p:nvPr userDrawn="1"/>
        </p:nvSpPr>
        <p:spPr>
          <a:xfrm>
            <a:off x="164983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4" name="object 198"/>
          <p:cNvSpPr/>
          <p:nvPr userDrawn="1"/>
        </p:nvSpPr>
        <p:spPr>
          <a:xfrm>
            <a:off x="1689059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5" name="object 199"/>
          <p:cNvSpPr/>
          <p:nvPr userDrawn="1"/>
        </p:nvSpPr>
        <p:spPr>
          <a:xfrm>
            <a:off x="1728283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6" name="object 200"/>
          <p:cNvSpPr/>
          <p:nvPr userDrawn="1"/>
        </p:nvSpPr>
        <p:spPr>
          <a:xfrm>
            <a:off x="1767507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7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8" name="object 202"/>
          <p:cNvSpPr/>
          <p:nvPr userDrawn="1"/>
        </p:nvSpPr>
        <p:spPr>
          <a:xfrm>
            <a:off x="1453711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9" name="object 203"/>
          <p:cNvSpPr/>
          <p:nvPr userDrawn="1"/>
        </p:nvSpPr>
        <p:spPr>
          <a:xfrm>
            <a:off x="1492936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0" name="object 204"/>
          <p:cNvSpPr/>
          <p:nvPr userDrawn="1"/>
        </p:nvSpPr>
        <p:spPr>
          <a:xfrm>
            <a:off x="1532160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1" name="object 205"/>
          <p:cNvSpPr/>
          <p:nvPr userDrawn="1"/>
        </p:nvSpPr>
        <p:spPr>
          <a:xfrm>
            <a:off x="1571385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2" name="object 206"/>
          <p:cNvSpPr/>
          <p:nvPr userDrawn="1"/>
        </p:nvSpPr>
        <p:spPr>
          <a:xfrm>
            <a:off x="1610609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3" name="object 207"/>
          <p:cNvSpPr/>
          <p:nvPr userDrawn="1"/>
        </p:nvSpPr>
        <p:spPr>
          <a:xfrm>
            <a:off x="16498346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4" name="object 208"/>
          <p:cNvSpPr/>
          <p:nvPr userDrawn="1"/>
        </p:nvSpPr>
        <p:spPr>
          <a:xfrm>
            <a:off x="1689059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5" name="object 209"/>
          <p:cNvSpPr/>
          <p:nvPr userDrawn="1"/>
        </p:nvSpPr>
        <p:spPr>
          <a:xfrm>
            <a:off x="1728282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6" name="object 210"/>
          <p:cNvSpPr/>
          <p:nvPr userDrawn="1"/>
        </p:nvSpPr>
        <p:spPr>
          <a:xfrm>
            <a:off x="1767507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7" name="object 211"/>
          <p:cNvSpPr/>
          <p:nvPr userDrawn="1"/>
        </p:nvSpPr>
        <p:spPr>
          <a:xfrm>
            <a:off x="1806731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8" name="object 212"/>
          <p:cNvSpPr/>
          <p:nvPr userDrawn="1"/>
        </p:nvSpPr>
        <p:spPr>
          <a:xfrm>
            <a:off x="184595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9" name="object 213"/>
          <p:cNvSpPr/>
          <p:nvPr userDrawn="1"/>
        </p:nvSpPr>
        <p:spPr>
          <a:xfrm>
            <a:off x="1885181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0" name="object 214"/>
          <p:cNvSpPr/>
          <p:nvPr userDrawn="1"/>
        </p:nvSpPr>
        <p:spPr>
          <a:xfrm>
            <a:off x="1453711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1" name="object 215"/>
          <p:cNvSpPr/>
          <p:nvPr userDrawn="1"/>
        </p:nvSpPr>
        <p:spPr>
          <a:xfrm>
            <a:off x="1492936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2" name="object 216"/>
          <p:cNvSpPr/>
          <p:nvPr userDrawn="1"/>
        </p:nvSpPr>
        <p:spPr>
          <a:xfrm>
            <a:off x="1532160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3" name="object 217"/>
          <p:cNvSpPr/>
          <p:nvPr userDrawn="1"/>
        </p:nvSpPr>
        <p:spPr>
          <a:xfrm>
            <a:off x="1571385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4" name="object 218"/>
          <p:cNvSpPr/>
          <p:nvPr userDrawn="1"/>
        </p:nvSpPr>
        <p:spPr>
          <a:xfrm>
            <a:off x="1610610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5" name="object 219"/>
          <p:cNvSpPr/>
          <p:nvPr userDrawn="1"/>
        </p:nvSpPr>
        <p:spPr>
          <a:xfrm>
            <a:off x="1649834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6" name="object 220"/>
          <p:cNvSpPr/>
          <p:nvPr userDrawn="1"/>
        </p:nvSpPr>
        <p:spPr>
          <a:xfrm>
            <a:off x="1689059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7" name="object 221"/>
          <p:cNvSpPr/>
          <p:nvPr userDrawn="1"/>
        </p:nvSpPr>
        <p:spPr>
          <a:xfrm>
            <a:off x="17282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8" name="object 222"/>
          <p:cNvSpPr/>
          <p:nvPr userDrawn="1"/>
        </p:nvSpPr>
        <p:spPr>
          <a:xfrm>
            <a:off x="176750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9" name="object 223"/>
          <p:cNvSpPr/>
          <p:nvPr userDrawn="1"/>
        </p:nvSpPr>
        <p:spPr>
          <a:xfrm>
            <a:off x="1806731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0" name="object 224"/>
          <p:cNvSpPr/>
          <p:nvPr userDrawn="1"/>
        </p:nvSpPr>
        <p:spPr>
          <a:xfrm>
            <a:off x="184595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1" name="object 225"/>
          <p:cNvSpPr/>
          <p:nvPr userDrawn="1"/>
        </p:nvSpPr>
        <p:spPr>
          <a:xfrm>
            <a:off x="1885181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2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3" name="object 227"/>
          <p:cNvSpPr/>
          <p:nvPr userDrawn="1"/>
        </p:nvSpPr>
        <p:spPr>
          <a:xfrm>
            <a:off x="151264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4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5" name="object 229"/>
          <p:cNvSpPr/>
          <p:nvPr userDrawn="1"/>
        </p:nvSpPr>
        <p:spPr>
          <a:xfrm>
            <a:off x="1591276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6" name="object 230"/>
          <p:cNvSpPr/>
          <p:nvPr userDrawn="1"/>
        </p:nvSpPr>
        <p:spPr>
          <a:xfrm>
            <a:off x="163059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7" name="object 231"/>
          <p:cNvSpPr/>
          <p:nvPr userDrawn="1"/>
        </p:nvSpPr>
        <p:spPr>
          <a:xfrm>
            <a:off x="166990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8" name="object 232"/>
          <p:cNvSpPr/>
          <p:nvPr userDrawn="1"/>
        </p:nvSpPr>
        <p:spPr>
          <a:xfrm>
            <a:off x="170922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9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0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1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2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3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4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5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6" name="object 240"/>
          <p:cNvSpPr/>
          <p:nvPr userDrawn="1"/>
        </p:nvSpPr>
        <p:spPr>
          <a:xfrm>
            <a:off x="1591276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7" name="object 241"/>
          <p:cNvSpPr/>
          <p:nvPr userDrawn="1"/>
        </p:nvSpPr>
        <p:spPr>
          <a:xfrm>
            <a:off x="1630592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8" name="object 242"/>
          <p:cNvSpPr/>
          <p:nvPr userDrawn="1"/>
        </p:nvSpPr>
        <p:spPr>
          <a:xfrm>
            <a:off x="166990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9" name="object 243"/>
          <p:cNvSpPr/>
          <p:nvPr userDrawn="1"/>
        </p:nvSpPr>
        <p:spPr>
          <a:xfrm>
            <a:off x="17092254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0" name="object 244"/>
          <p:cNvSpPr/>
          <p:nvPr userDrawn="1"/>
        </p:nvSpPr>
        <p:spPr>
          <a:xfrm>
            <a:off x="1748542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1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2" name="object 246"/>
          <p:cNvSpPr/>
          <p:nvPr userDrawn="1"/>
        </p:nvSpPr>
        <p:spPr>
          <a:xfrm>
            <a:off x="1827175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3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4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5" name="object 249"/>
          <p:cNvSpPr/>
          <p:nvPr userDrawn="1"/>
        </p:nvSpPr>
        <p:spPr>
          <a:xfrm>
            <a:off x="19244084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6" name="object 250"/>
          <p:cNvSpPr/>
          <p:nvPr userDrawn="1"/>
        </p:nvSpPr>
        <p:spPr>
          <a:xfrm>
            <a:off x="19244084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7" name="object 251"/>
          <p:cNvSpPr/>
          <p:nvPr userDrawn="1"/>
        </p:nvSpPr>
        <p:spPr>
          <a:xfrm>
            <a:off x="19244084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8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9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0" name="object 254"/>
          <p:cNvSpPr/>
          <p:nvPr userDrawn="1"/>
        </p:nvSpPr>
        <p:spPr>
          <a:xfrm>
            <a:off x="143502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1" name="object 255"/>
          <p:cNvSpPr/>
          <p:nvPr userDrawn="1"/>
        </p:nvSpPr>
        <p:spPr>
          <a:xfrm>
            <a:off x="1414489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2" name="object 256"/>
          <p:cNvSpPr/>
          <p:nvPr userDrawn="1"/>
        </p:nvSpPr>
        <p:spPr>
          <a:xfrm>
            <a:off x="14144899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3" name="object 257"/>
          <p:cNvSpPr/>
          <p:nvPr userDrawn="1"/>
        </p:nvSpPr>
        <p:spPr>
          <a:xfrm>
            <a:off x="14144899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4" name="object 258"/>
          <p:cNvSpPr/>
          <p:nvPr userDrawn="1"/>
        </p:nvSpPr>
        <p:spPr>
          <a:xfrm>
            <a:off x="143502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5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6" name="object 260"/>
          <p:cNvSpPr/>
          <p:nvPr userDrawn="1"/>
        </p:nvSpPr>
        <p:spPr>
          <a:xfrm>
            <a:off x="19449450" y="10194831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7" name="object 261"/>
          <p:cNvSpPr/>
          <p:nvPr userDrawn="1"/>
        </p:nvSpPr>
        <p:spPr>
          <a:xfrm>
            <a:off x="19449450" y="9972984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8" name="object 262"/>
          <p:cNvSpPr/>
          <p:nvPr userDrawn="1"/>
        </p:nvSpPr>
        <p:spPr>
          <a:xfrm>
            <a:off x="19449450" y="10653874"/>
            <a:ext cx="26407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9" name="object 263"/>
          <p:cNvSpPr/>
          <p:nvPr userDrawn="1"/>
        </p:nvSpPr>
        <p:spPr>
          <a:xfrm>
            <a:off x="72889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0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1" name="object 265"/>
          <p:cNvSpPr/>
          <p:nvPr userDrawn="1"/>
        </p:nvSpPr>
        <p:spPr>
          <a:xfrm>
            <a:off x="70845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2" name="object 266"/>
          <p:cNvSpPr/>
          <p:nvPr userDrawn="1"/>
        </p:nvSpPr>
        <p:spPr>
          <a:xfrm>
            <a:off x="747678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3" name="object 267"/>
          <p:cNvSpPr/>
          <p:nvPr userDrawn="1"/>
        </p:nvSpPr>
        <p:spPr>
          <a:xfrm>
            <a:off x="78690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4" name="object 268"/>
          <p:cNvSpPr/>
          <p:nvPr userDrawn="1"/>
        </p:nvSpPr>
        <p:spPr>
          <a:xfrm>
            <a:off x="708454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5" name="object 269"/>
          <p:cNvSpPr/>
          <p:nvPr userDrawn="1"/>
        </p:nvSpPr>
        <p:spPr>
          <a:xfrm>
            <a:off x="747678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6" name="object 270"/>
          <p:cNvSpPr/>
          <p:nvPr userDrawn="1"/>
        </p:nvSpPr>
        <p:spPr>
          <a:xfrm>
            <a:off x="786903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7" name="object 271"/>
          <p:cNvSpPr/>
          <p:nvPr userDrawn="1"/>
        </p:nvSpPr>
        <p:spPr>
          <a:xfrm>
            <a:off x="70845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8" name="object 272"/>
          <p:cNvSpPr/>
          <p:nvPr userDrawn="1"/>
        </p:nvSpPr>
        <p:spPr>
          <a:xfrm>
            <a:off x="747678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9" name="object 273"/>
          <p:cNvSpPr/>
          <p:nvPr userDrawn="1"/>
        </p:nvSpPr>
        <p:spPr>
          <a:xfrm>
            <a:off x="78690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0" name="object 274"/>
          <p:cNvSpPr/>
          <p:nvPr userDrawn="1"/>
        </p:nvSpPr>
        <p:spPr>
          <a:xfrm>
            <a:off x="72889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1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2" name="object 276"/>
          <p:cNvSpPr/>
          <p:nvPr userDrawn="1"/>
        </p:nvSpPr>
        <p:spPr>
          <a:xfrm>
            <a:off x="72889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3" name="object 277"/>
          <p:cNvSpPr/>
          <p:nvPr userDrawn="1"/>
        </p:nvSpPr>
        <p:spPr>
          <a:xfrm>
            <a:off x="768216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4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5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6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7" name="object 282"/>
          <p:cNvSpPr txBox="1"/>
          <p:nvPr userDrawn="1"/>
        </p:nvSpPr>
        <p:spPr>
          <a:xfrm>
            <a:off x="18269673" y="10119360"/>
            <a:ext cx="621577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defTabSz="457200">
              <a:buClrTx/>
              <a:buFontTx/>
              <a:buNone/>
              <a:defRPr/>
            </a:pPr>
            <a:fld id="{518EC216-A14D-D240-A2D4-F477DFC203F5}" type="slidenum">
              <a:rPr lang="pt-BR" sz="1600" kern="1200" smtClean="0">
                <a:solidFill>
                  <a:prstClr val="black">
                    <a:tint val="75000"/>
                  </a:prstClr>
                </a:solidFill>
                <a:latin typeface="Trebuchet MS"/>
                <a:ea typeface="+mn-ea"/>
                <a:cs typeface="Trebuchet MS"/>
              </a:rPr>
              <a:pPr algn="ctr" defTabSz="457200">
                <a:buClrTx/>
                <a:buFontTx/>
                <a:buNone/>
                <a:defRPr/>
              </a:pPr>
              <a:t>‹nº›</a:t>
            </a:fld>
            <a:endParaRPr lang="pt-BR" sz="1600" kern="1200" dirty="0">
              <a:solidFill>
                <a:prstClr val="black">
                  <a:tint val="75000"/>
                </a:prstClr>
              </a:solidFill>
              <a:latin typeface="Trebuchet MS"/>
              <a:ea typeface="+mn-ea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298184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39470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ext 3 Columns">
  <p:cSld name="Blue Text 3 Columns">
    <p:spTree>
      <p:nvGrpSpPr>
        <p:cNvPr id="1" name="Shape 6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0" name="Shape 6530"/>
          <p:cNvSpPr txBox="1">
            <a:spLocks noGrp="1"/>
          </p:cNvSpPr>
          <p:nvPr>
            <p:ph type="body" idx="1"/>
          </p:nvPr>
        </p:nvSpPr>
        <p:spPr>
          <a:xfrm>
            <a:off x="12887083" y="2305050"/>
            <a:ext cx="4556367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444C4E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1" name="Shape 6531"/>
          <p:cNvSpPr txBox="1">
            <a:spLocks noGrp="1"/>
          </p:cNvSpPr>
          <p:nvPr>
            <p:ph type="body" idx="2"/>
          </p:nvPr>
        </p:nvSpPr>
        <p:spPr>
          <a:xfrm>
            <a:off x="7766050" y="2305050"/>
            <a:ext cx="4556367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444C4E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2" name="Shape 6532"/>
          <p:cNvSpPr txBox="1">
            <a:spLocks noGrp="1"/>
          </p:cNvSpPr>
          <p:nvPr>
            <p:ph type="body" idx="3"/>
          </p:nvPr>
        </p:nvSpPr>
        <p:spPr>
          <a:xfrm>
            <a:off x="2432050" y="4438650"/>
            <a:ext cx="4724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444C4E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444C4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3" name="Shape 6533"/>
          <p:cNvSpPr txBox="1">
            <a:spLocks noGrp="1"/>
          </p:cNvSpPr>
          <p:nvPr>
            <p:ph type="body" idx="4"/>
          </p:nvPr>
        </p:nvSpPr>
        <p:spPr>
          <a:xfrm>
            <a:off x="1136650" y="552450"/>
            <a:ext cx="1813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E6E6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6E6E6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34" name="Shape 6534"/>
          <p:cNvSpPr txBox="1">
            <a:spLocks noGrp="1"/>
          </p:cNvSpPr>
          <p:nvPr>
            <p:ph type="title"/>
          </p:nvPr>
        </p:nvSpPr>
        <p:spPr>
          <a:xfrm>
            <a:off x="2432050" y="2305050"/>
            <a:ext cx="472439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9B"/>
              </a:buClr>
              <a:buSzPts val="4200"/>
              <a:buFont typeface="Arial"/>
              <a:buNone/>
              <a:defRPr sz="4200" b="1" i="0" u="none" strike="noStrike" cap="none">
                <a:solidFill>
                  <a:srgbClr val="00919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4" name="CaixaDeTexto 573"/>
          <p:cNvSpPr txBox="1"/>
          <p:nvPr userDrawn="1"/>
        </p:nvSpPr>
        <p:spPr>
          <a:xfrm>
            <a:off x="1150069" y="10044259"/>
            <a:ext cx="2620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FFFFFF">
                    <a:lumMod val="50000"/>
                  </a:srgbClr>
                </a:solidFill>
                <a:latin typeface="Trebuchet MS" panose="020B0603020202020204" pitchFamily="34" charset="0"/>
              </a:rPr>
              <a:t>MGgrafeno</a:t>
            </a:r>
            <a:r>
              <a:rPr lang="pt-BR" sz="2400" dirty="0">
                <a:solidFill>
                  <a:srgbClr val="FFFFFF">
                    <a:lumMod val="50000"/>
                  </a:srgbClr>
                </a:solidFill>
                <a:latin typeface="Trebuchet MS" panose="020B0603020202020204" pitchFamily="34" charset="0"/>
              </a:rPr>
              <a:t> 2.0</a:t>
            </a:r>
          </a:p>
        </p:txBody>
      </p:sp>
      <p:sp>
        <p:nvSpPr>
          <p:cNvPr id="575" name="object 6"/>
          <p:cNvSpPr/>
          <p:nvPr userDrawn="1"/>
        </p:nvSpPr>
        <p:spPr>
          <a:xfrm>
            <a:off x="37624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6" name="object 7"/>
          <p:cNvSpPr/>
          <p:nvPr userDrawn="1"/>
        </p:nvSpPr>
        <p:spPr>
          <a:xfrm>
            <a:off x="415565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7" name="object 8"/>
          <p:cNvSpPr/>
          <p:nvPr userDrawn="1"/>
        </p:nvSpPr>
        <p:spPr>
          <a:xfrm>
            <a:off x="454882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8" name="object 9"/>
          <p:cNvSpPr/>
          <p:nvPr userDrawn="1"/>
        </p:nvSpPr>
        <p:spPr>
          <a:xfrm>
            <a:off x="494198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9" name="object 10"/>
          <p:cNvSpPr/>
          <p:nvPr userDrawn="1"/>
        </p:nvSpPr>
        <p:spPr>
          <a:xfrm>
            <a:off x="533516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0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1" name="object 13"/>
          <p:cNvSpPr/>
          <p:nvPr userDrawn="1"/>
        </p:nvSpPr>
        <p:spPr>
          <a:xfrm>
            <a:off x="395305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2" name="object 14"/>
          <p:cNvSpPr/>
          <p:nvPr userDrawn="1"/>
        </p:nvSpPr>
        <p:spPr>
          <a:xfrm>
            <a:off x="43453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3" name="object 15"/>
          <p:cNvSpPr/>
          <p:nvPr userDrawn="1"/>
        </p:nvSpPr>
        <p:spPr>
          <a:xfrm>
            <a:off x="47375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4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5" name="object 17"/>
          <p:cNvSpPr/>
          <p:nvPr userDrawn="1"/>
        </p:nvSpPr>
        <p:spPr>
          <a:xfrm>
            <a:off x="552204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6" name="object 18"/>
          <p:cNvSpPr/>
          <p:nvPr userDrawn="1"/>
        </p:nvSpPr>
        <p:spPr>
          <a:xfrm>
            <a:off x="120733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7" name="object 19"/>
          <p:cNvSpPr/>
          <p:nvPr userDrawn="1"/>
        </p:nvSpPr>
        <p:spPr>
          <a:xfrm>
            <a:off x="159958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8" name="object 20"/>
          <p:cNvSpPr/>
          <p:nvPr userDrawn="1"/>
        </p:nvSpPr>
        <p:spPr>
          <a:xfrm>
            <a:off x="199183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9" name="object 21"/>
          <p:cNvSpPr/>
          <p:nvPr userDrawn="1"/>
        </p:nvSpPr>
        <p:spPr>
          <a:xfrm>
            <a:off x="23840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0" name="object 22"/>
          <p:cNvSpPr/>
          <p:nvPr userDrawn="1"/>
        </p:nvSpPr>
        <p:spPr>
          <a:xfrm>
            <a:off x="27763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1" name="object 23"/>
          <p:cNvSpPr/>
          <p:nvPr userDrawn="1"/>
        </p:nvSpPr>
        <p:spPr>
          <a:xfrm>
            <a:off x="316857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2" name="object 24"/>
          <p:cNvSpPr/>
          <p:nvPr userDrawn="1"/>
        </p:nvSpPr>
        <p:spPr>
          <a:xfrm>
            <a:off x="356081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3" name="object 25"/>
          <p:cNvSpPr/>
          <p:nvPr userDrawn="1"/>
        </p:nvSpPr>
        <p:spPr>
          <a:xfrm>
            <a:off x="395305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4" name="object 26"/>
          <p:cNvSpPr/>
          <p:nvPr userDrawn="1"/>
        </p:nvSpPr>
        <p:spPr>
          <a:xfrm>
            <a:off x="434529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5" name="object 27"/>
          <p:cNvSpPr/>
          <p:nvPr userDrawn="1"/>
        </p:nvSpPr>
        <p:spPr>
          <a:xfrm>
            <a:off x="4737541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6" name="object 28"/>
          <p:cNvSpPr/>
          <p:nvPr userDrawn="1"/>
        </p:nvSpPr>
        <p:spPr>
          <a:xfrm>
            <a:off x="5129791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7" name="object 29"/>
          <p:cNvSpPr/>
          <p:nvPr userDrawn="1"/>
        </p:nvSpPr>
        <p:spPr>
          <a:xfrm>
            <a:off x="55220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8" name="object 30"/>
          <p:cNvSpPr/>
          <p:nvPr userDrawn="1"/>
        </p:nvSpPr>
        <p:spPr>
          <a:xfrm>
            <a:off x="120734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9" name="object 31"/>
          <p:cNvSpPr/>
          <p:nvPr userDrawn="1"/>
        </p:nvSpPr>
        <p:spPr>
          <a:xfrm>
            <a:off x="15995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0" name="object 32"/>
          <p:cNvSpPr/>
          <p:nvPr userDrawn="1"/>
        </p:nvSpPr>
        <p:spPr>
          <a:xfrm>
            <a:off x="1991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1" name="object 33"/>
          <p:cNvSpPr/>
          <p:nvPr userDrawn="1"/>
        </p:nvSpPr>
        <p:spPr>
          <a:xfrm>
            <a:off x="23840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2" name="object 34"/>
          <p:cNvSpPr/>
          <p:nvPr userDrawn="1"/>
        </p:nvSpPr>
        <p:spPr>
          <a:xfrm>
            <a:off x="27763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3" name="object 35"/>
          <p:cNvSpPr/>
          <p:nvPr userDrawn="1"/>
        </p:nvSpPr>
        <p:spPr>
          <a:xfrm>
            <a:off x="316857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4" name="object 36"/>
          <p:cNvSpPr/>
          <p:nvPr userDrawn="1"/>
        </p:nvSpPr>
        <p:spPr>
          <a:xfrm>
            <a:off x="35608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5" name="object 37"/>
          <p:cNvSpPr/>
          <p:nvPr userDrawn="1"/>
        </p:nvSpPr>
        <p:spPr>
          <a:xfrm>
            <a:off x="395305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6" name="object 38"/>
          <p:cNvSpPr/>
          <p:nvPr userDrawn="1"/>
        </p:nvSpPr>
        <p:spPr>
          <a:xfrm>
            <a:off x="434530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7" name="object 39"/>
          <p:cNvSpPr/>
          <p:nvPr userDrawn="1"/>
        </p:nvSpPr>
        <p:spPr>
          <a:xfrm>
            <a:off x="47375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8" name="object 40"/>
          <p:cNvSpPr/>
          <p:nvPr userDrawn="1"/>
        </p:nvSpPr>
        <p:spPr>
          <a:xfrm>
            <a:off x="512979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9" name="object 41"/>
          <p:cNvSpPr/>
          <p:nvPr userDrawn="1"/>
        </p:nvSpPr>
        <p:spPr>
          <a:xfrm>
            <a:off x="5522041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0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1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2" name="object 44"/>
          <p:cNvSpPr/>
          <p:nvPr userDrawn="1"/>
        </p:nvSpPr>
        <p:spPr>
          <a:xfrm>
            <a:off x="218980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3" name="object 45"/>
          <p:cNvSpPr/>
          <p:nvPr userDrawn="1"/>
        </p:nvSpPr>
        <p:spPr>
          <a:xfrm>
            <a:off x="258297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4" name="object 46"/>
          <p:cNvSpPr/>
          <p:nvPr userDrawn="1"/>
        </p:nvSpPr>
        <p:spPr>
          <a:xfrm>
            <a:off x="29761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5" name="object 47"/>
          <p:cNvSpPr/>
          <p:nvPr userDrawn="1"/>
        </p:nvSpPr>
        <p:spPr>
          <a:xfrm>
            <a:off x="336931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6" name="object 48"/>
          <p:cNvSpPr/>
          <p:nvPr userDrawn="1"/>
        </p:nvSpPr>
        <p:spPr>
          <a:xfrm>
            <a:off x="3762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7" name="object 49"/>
          <p:cNvSpPr/>
          <p:nvPr userDrawn="1"/>
        </p:nvSpPr>
        <p:spPr>
          <a:xfrm>
            <a:off x="415565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8" name="object 50"/>
          <p:cNvSpPr/>
          <p:nvPr userDrawn="1"/>
        </p:nvSpPr>
        <p:spPr>
          <a:xfrm>
            <a:off x="454882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9" name="object 51"/>
          <p:cNvSpPr/>
          <p:nvPr userDrawn="1"/>
        </p:nvSpPr>
        <p:spPr>
          <a:xfrm>
            <a:off x="494198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0" name="object 52"/>
          <p:cNvSpPr/>
          <p:nvPr userDrawn="1"/>
        </p:nvSpPr>
        <p:spPr>
          <a:xfrm>
            <a:off x="533516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1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2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3" name="object 55"/>
          <p:cNvSpPr/>
          <p:nvPr userDrawn="1"/>
        </p:nvSpPr>
        <p:spPr>
          <a:xfrm>
            <a:off x="218979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4" name="object 56"/>
          <p:cNvSpPr/>
          <p:nvPr userDrawn="1"/>
        </p:nvSpPr>
        <p:spPr>
          <a:xfrm>
            <a:off x="258297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5" name="object 57"/>
          <p:cNvSpPr/>
          <p:nvPr userDrawn="1"/>
        </p:nvSpPr>
        <p:spPr>
          <a:xfrm>
            <a:off x="2976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6" name="object 58"/>
          <p:cNvSpPr/>
          <p:nvPr userDrawn="1"/>
        </p:nvSpPr>
        <p:spPr>
          <a:xfrm>
            <a:off x="33693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7" name="object 59"/>
          <p:cNvSpPr/>
          <p:nvPr userDrawn="1"/>
        </p:nvSpPr>
        <p:spPr>
          <a:xfrm>
            <a:off x="3762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8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9" name="object 61"/>
          <p:cNvSpPr/>
          <p:nvPr userDrawn="1"/>
        </p:nvSpPr>
        <p:spPr>
          <a:xfrm>
            <a:off x="454882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0" name="object 62"/>
          <p:cNvSpPr/>
          <p:nvPr userDrawn="1"/>
        </p:nvSpPr>
        <p:spPr>
          <a:xfrm>
            <a:off x="494198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1" name="object 63"/>
          <p:cNvSpPr/>
          <p:nvPr userDrawn="1"/>
        </p:nvSpPr>
        <p:spPr>
          <a:xfrm>
            <a:off x="533515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2" name="object 64"/>
          <p:cNvSpPr/>
          <p:nvPr userDrawn="1"/>
        </p:nvSpPr>
        <p:spPr>
          <a:xfrm>
            <a:off x="572742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3" name="object 65"/>
          <p:cNvSpPr/>
          <p:nvPr userDrawn="1"/>
        </p:nvSpPr>
        <p:spPr>
          <a:xfrm>
            <a:off x="5914301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4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5" name="object 67"/>
          <p:cNvSpPr/>
          <p:nvPr userDrawn="1"/>
        </p:nvSpPr>
        <p:spPr>
          <a:xfrm>
            <a:off x="5914301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6" name="object 68"/>
          <p:cNvSpPr/>
          <p:nvPr userDrawn="1"/>
        </p:nvSpPr>
        <p:spPr>
          <a:xfrm>
            <a:off x="572742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7" name="object 69"/>
          <p:cNvSpPr/>
          <p:nvPr userDrawn="1"/>
        </p:nvSpPr>
        <p:spPr>
          <a:xfrm>
            <a:off x="572742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8" name="object 70"/>
          <p:cNvSpPr/>
          <p:nvPr userDrawn="1"/>
        </p:nvSpPr>
        <p:spPr>
          <a:xfrm>
            <a:off x="815126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9" name="object 71"/>
          <p:cNvSpPr/>
          <p:nvPr userDrawn="1"/>
        </p:nvSpPr>
        <p:spPr>
          <a:xfrm>
            <a:off x="815116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0" name="object 72"/>
          <p:cNvSpPr/>
          <p:nvPr userDrawn="1"/>
        </p:nvSpPr>
        <p:spPr>
          <a:xfrm>
            <a:off x="815126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1" name="object 73"/>
          <p:cNvSpPr/>
          <p:nvPr userDrawn="1"/>
        </p:nvSpPr>
        <p:spPr>
          <a:xfrm>
            <a:off x="10204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2" name="object 74"/>
          <p:cNvSpPr/>
          <p:nvPr userDrawn="1"/>
        </p:nvSpPr>
        <p:spPr>
          <a:xfrm>
            <a:off x="1020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3" name="object 75"/>
          <p:cNvSpPr/>
          <p:nvPr userDrawn="1"/>
        </p:nvSpPr>
        <p:spPr>
          <a:xfrm>
            <a:off x="650265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4" name="object 76"/>
          <p:cNvSpPr/>
          <p:nvPr userDrawn="1"/>
        </p:nvSpPr>
        <p:spPr>
          <a:xfrm>
            <a:off x="6895821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5" name="object 77"/>
          <p:cNvSpPr/>
          <p:nvPr userDrawn="1"/>
        </p:nvSpPr>
        <p:spPr>
          <a:xfrm>
            <a:off x="630652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6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7" name="object 79"/>
          <p:cNvSpPr/>
          <p:nvPr userDrawn="1"/>
        </p:nvSpPr>
        <p:spPr>
          <a:xfrm>
            <a:off x="6306530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8" name="object 80"/>
          <p:cNvSpPr/>
          <p:nvPr userDrawn="1"/>
        </p:nvSpPr>
        <p:spPr>
          <a:xfrm>
            <a:off x="6698759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9" name="object 81"/>
          <p:cNvSpPr/>
          <p:nvPr userDrawn="1"/>
        </p:nvSpPr>
        <p:spPr>
          <a:xfrm>
            <a:off x="630652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0" name="object 82"/>
          <p:cNvSpPr/>
          <p:nvPr userDrawn="1"/>
        </p:nvSpPr>
        <p:spPr>
          <a:xfrm>
            <a:off x="6698770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1" name="object 83"/>
          <p:cNvSpPr/>
          <p:nvPr userDrawn="1"/>
        </p:nvSpPr>
        <p:spPr>
          <a:xfrm>
            <a:off x="650265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2" name="object 84"/>
          <p:cNvSpPr/>
          <p:nvPr userDrawn="1"/>
        </p:nvSpPr>
        <p:spPr>
          <a:xfrm>
            <a:off x="6895821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3" name="object 85"/>
          <p:cNvSpPr/>
          <p:nvPr userDrawn="1"/>
        </p:nvSpPr>
        <p:spPr>
          <a:xfrm>
            <a:off x="65026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4" name="object 86"/>
          <p:cNvSpPr/>
          <p:nvPr userDrawn="1"/>
        </p:nvSpPr>
        <p:spPr>
          <a:xfrm>
            <a:off x="6895810" y="1066708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5" name="object 87"/>
          <p:cNvSpPr/>
          <p:nvPr userDrawn="1"/>
        </p:nvSpPr>
        <p:spPr>
          <a:xfrm>
            <a:off x="61196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6" name="object 88"/>
          <p:cNvSpPr/>
          <p:nvPr userDrawn="1"/>
        </p:nvSpPr>
        <p:spPr>
          <a:xfrm>
            <a:off x="61196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7" name="object 89"/>
          <p:cNvSpPr/>
          <p:nvPr userDrawn="1"/>
        </p:nvSpPr>
        <p:spPr>
          <a:xfrm>
            <a:off x="611966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8" name="object 90"/>
          <p:cNvSpPr/>
          <p:nvPr userDrawn="1"/>
        </p:nvSpPr>
        <p:spPr>
          <a:xfrm>
            <a:off x="628253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9" name="object 91"/>
          <p:cNvSpPr/>
          <p:nvPr userDrawn="1"/>
        </p:nvSpPr>
        <p:spPr>
          <a:xfrm>
            <a:off x="628253" y="9972984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0" name="object 92"/>
          <p:cNvSpPr/>
          <p:nvPr userDrawn="1"/>
        </p:nvSpPr>
        <p:spPr>
          <a:xfrm>
            <a:off x="62825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1" name="object 93"/>
          <p:cNvSpPr/>
          <p:nvPr userDrawn="1"/>
        </p:nvSpPr>
        <p:spPr>
          <a:xfrm>
            <a:off x="884965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2" name="object 94"/>
          <p:cNvSpPr/>
          <p:nvPr userDrawn="1"/>
        </p:nvSpPr>
        <p:spPr>
          <a:xfrm>
            <a:off x="924281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3" name="object 95"/>
          <p:cNvSpPr/>
          <p:nvPr userDrawn="1"/>
        </p:nvSpPr>
        <p:spPr>
          <a:xfrm>
            <a:off x="963598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4" name="object 96"/>
          <p:cNvSpPr/>
          <p:nvPr userDrawn="1"/>
        </p:nvSpPr>
        <p:spPr>
          <a:xfrm>
            <a:off x="1002916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5" name="object 97"/>
          <p:cNvSpPr/>
          <p:nvPr userDrawn="1"/>
        </p:nvSpPr>
        <p:spPr>
          <a:xfrm>
            <a:off x="1042233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6" name="object 98"/>
          <p:cNvSpPr/>
          <p:nvPr userDrawn="1"/>
        </p:nvSpPr>
        <p:spPr>
          <a:xfrm>
            <a:off x="1081550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7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8" name="object 100"/>
          <p:cNvSpPr/>
          <p:nvPr userDrawn="1"/>
        </p:nvSpPr>
        <p:spPr>
          <a:xfrm>
            <a:off x="1160184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9" name="object 101"/>
          <p:cNvSpPr/>
          <p:nvPr userDrawn="1"/>
        </p:nvSpPr>
        <p:spPr>
          <a:xfrm>
            <a:off x="1199500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0" name="object 102"/>
          <p:cNvSpPr/>
          <p:nvPr userDrawn="1"/>
        </p:nvSpPr>
        <p:spPr>
          <a:xfrm>
            <a:off x="1238817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1" name="object 103"/>
          <p:cNvSpPr/>
          <p:nvPr userDrawn="1"/>
        </p:nvSpPr>
        <p:spPr>
          <a:xfrm>
            <a:off x="1278134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2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3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4" name="object 106"/>
          <p:cNvSpPr/>
          <p:nvPr userDrawn="1"/>
        </p:nvSpPr>
        <p:spPr>
          <a:xfrm>
            <a:off x="943801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5" name="object 107"/>
          <p:cNvSpPr/>
          <p:nvPr userDrawn="1"/>
        </p:nvSpPr>
        <p:spPr>
          <a:xfrm>
            <a:off x="98302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6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7" name="object 109"/>
          <p:cNvSpPr/>
          <p:nvPr userDrawn="1"/>
        </p:nvSpPr>
        <p:spPr>
          <a:xfrm>
            <a:off x="106147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8" name="object 110"/>
          <p:cNvSpPr/>
          <p:nvPr userDrawn="1"/>
        </p:nvSpPr>
        <p:spPr>
          <a:xfrm>
            <a:off x="1100699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9" name="object 111"/>
          <p:cNvSpPr/>
          <p:nvPr userDrawn="1"/>
        </p:nvSpPr>
        <p:spPr>
          <a:xfrm>
            <a:off x="1139924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0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1" name="object 113"/>
          <p:cNvSpPr/>
          <p:nvPr userDrawn="1"/>
        </p:nvSpPr>
        <p:spPr>
          <a:xfrm>
            <a:off x="1218372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2" name="object 114"/>
          <p:cNvSpPr/>
          <p:nvPr userDrawn="1"/>
        </p:nvSpPr>
        <p:spPr>
          <a:xfrm>
            <a:off x="1257598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3" name="object 115"/>
          <p:cNvSpPr/>
          <p:nvPr userDrawn="1"/>
        </p:nvSpPr>
        <p:spPr>
          <a:xfrm>
            <a:off x="129682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4" name="object 116"/>
          <p:cNvSpPr/>
          <p:nvPr userDrawn="1"/>
        </p:nvSpPr>
        <p:spPr>
          <a:xfrm>
            <a:off x="865352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5" name="object 117"/>
          <p:cNvSpPr/>
          <p:nvPr userDrawn="1"/>
        </p:nvSpPr>
        <p:spPr>
          <a:xfrm>
            <a:off x="904576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6" name="object 118"/>
          <p:cNvSpPr/>
          <p:nvPr userDrawn="1"/>
        </p:nvSpPr>
        <p:spPr>
          <a:xfrm>
            <a:off x="943801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7" name="object 119"/>
          <p:cNvSpPr/>
          <p:nvPr userDrawn="1"/>
        </p:nvSpPr>
        <p:spPr>
          <a:xfrm>
            <a:off x="983025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8" name="object 120"/>
          <p:cNvSpPr/>
          <p:nvPr userDrawn="1"/>
        </p:nvSpPr>
        <p:spPr>
          <a:xfrm>
            <a:off x="1022250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9" name="object 121"/>
          <p:cNvSpPr/>
          <p:nvPr userDrawn="1"/>
        </p:nvSpPr>
        <p:spPr>
          <a:xfrm>
            <a:off x="1061475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0" name="object 122"/>
          <p:cNvSpPr/>
          <p:nvPr userDrawn="1"/>
        </p:nvSpPr>
        <p:spPr>
          <a:xfrm>
            <a:off x="1100699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1" name="object 123"/>
          <p:cNvSpPr/>
          <p:nvPr userDrawn="1"/>
        </p:nvSpPr>
        <p:spPr>
          <a:xfrm>
            <a:off x="1139924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2" name="object 124"/>
          <p:cNvSpPr/>
          <p:nvPr userDrawn="1"/>
        </p:nvSpPr>
        <p:spPr>
          <a:xfrm>
            <a:off x="1179147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3" name="object 125"/>
          <p:cNvSpPr/>
          <p:nvPr userDrawn="1"/>
        </p:nvSpPr>
        <p:spPr>
          <a:xfrm>
            <a:off x="12183722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4" name="object 126"/>
          <p:cNvSpPr/>
          <p:nvPr userDrawn="1"/>
        </p:nvSpPr>
        <p:spPr>
          <a:xfrm>
            <a:off x="12575983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5" name="object 127"/>
          <p:cNvSpPr/>
          <p:nvPr userDrawn="1"/>
        </p:nvSpPr>
        <p:spPr>
          <a:xfrm>
            <a:off x="1296822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6" name="object 128"/>
          <p:cNvSpPr/>
          <p:nvPr userDrawn="1"/>
        </p:nvSpPr>
        <p:spPr>
          <a:xfrm>
            <a:off x="865352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7" name="object 129"/>
          <p:cNvSpPr/>
          <p:nvPr userDrawn="1"/>
        </p:nvSpPr>
        <p:spPr>
          <a:xfrm>
            <a:off x="904577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8" name="object 130"/>
          <p:cNvSpPr/>
          <p:nvPr userDrawn="1"/>
        </p:nvSpPr>
        <p:spPr>
          <a:xfrm>
            <a:off x="943801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9" name="object 131"/>
          <p:cNvSpPr/>
          <p:nvPr userDrawn="1"/>
        </p:nvSpPr>
        <p:spPr>
          <a:xfrm>
            <a:off x="98302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0" name="object 132"/>
          <p:cNvSpPr/>
          <p:nvPr userDrawn="1"/>
        </p:nvSpPr>
        <p:spPr>
          <a:xfrm>
            <a:off x="1022250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1" name="object 133"/>
          <p:cNvSpPr/>
          <p:nvPr userDrawn="1"/>
        </p:nvSpPr>
        <p:spPr>
          <a:xfrm>
            <a:off x="1061475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2" name="object 134"/>
          <p:cNvSpPr/>
          <p:nvPr userDrawn="1"/>
        </p:nvSpPr>
        <p:spPr>
          <a:xfrm>
            <a:off x="1100699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3" name="object 135"/>
          <p:cNvSpPr/>
          <p:nvPr userDrawn="1"/>
        </p:nvSpPr>
        <p:spPr>
          <a:xfrm>
            <a:off x="1139924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4" name="object 136"/>
          <p:cNvSpPr/>
          <p:nvPr userDrawn="1"/>
        </p:nvSpPr>
        <p:spPr>
          <a:xfrm>
            <a:off x="1179148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5" name="object 137"/>
          <p:cNvSpPr/>
          <p:nvPr userDrawn="1"/>
        </p:nvSpPr>
        <p:spPr>
          <a:xfrm>
            <a:off x="1218372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6" name="object 138"/>
          <p:cNvSpPr/>
          <p:nvPr userDrawn="1"/>
        </p:nvSpPr>
        <p:spPr>
          <a:xfrm>
            <a:off x="1257598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7" name="object 139"/>
          <p:cNvSpPr/>
          <p:nvPr userDrawn="1"/>
        </p:nvSpPr>
        <p:spPr>
          <a:xfrm>
            <a:off x="1296822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8" name="object 140"/>
          <p:cNvSpPr/>
          <p:nvPr userDrawn="1"/>
        </p:nvSpPr>
        <p:spPr>
          <a:xfrm>
            <a:off x="884965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9" name="object 141"/>
          <p:cNvSpPr/>
          <p:nvPr userDrawn="1"/>
        </p:nvSpPr>
        <p:spPr>
          <a:xfrm>
            <a:off x="924281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0" name="object 142"/>
          <p:cNvSpPr/>
          <p:nvPr userDrawn="1"/>
        </p:nvSpPr>
        <p:spPr>
          <a:xfrm>
            <a:off x="963598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1" name="object 143"/>
          <p:cNvSpPr/>
          <p:nvPr userDrawn="1"/>
        </p:nvSpPr>
        <p:spPr>
          <a:xfrm>
            <a:off x="1002916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2" name="object 144"/>
          <p:cNvSpPr/>
          <p:nvPr userDrawn="1"/>
        </p:nvSpPr>
        <p:spPr>
          <a:xfrm>
            <a:off x="1042233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3" name="object 145"/>
          <p:cNvSpPr/>
          <p:nvPr userDrawn="1"/>
        </p:nvSpPr>
        <p:spPr>
          <a:xfrm>
            <a:off x="1081550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4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5" name="object 147"/>
          <p:cNvSpPr/>
          <p:nvPr userDrawn="1"/>
        </p:nvSpPr>
        <p:spPr>
          <a:xfrm>
            <a:off x="1160184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6" name="object 148"/>
          <p:cNvSpPr/>
          <p:nvPr userDrawn="1"/>
        </p:nvSpPr>
        <p:spPr>
          <a:xfrm>
            <a:off x="1199500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7" name="object 149"/>
          <p:cNvSpPr/>
          <p:nvPr userDrawn="1"/>
        </p:nvSpPr>
        <p:spPr>
          <a:xfrm>
            <a:off x="1238817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8" name="object 150"/>
          <p:cNvSpPr/>
          <p:nvPr userDrawn="1"/>
        </p:nvSpPr>
        <p:spPr>
          <a:xfrm>
            <a:off x="1278134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9" name="object 151"/>
          <p:cNvSpPr/>
          <p:nvPr userDrawn="1"/>
        </p:nvSpPr>
        <p:spPr>
          <a:xfrm>
            <a:off x="884964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0" name="object 152"/>
          <p:cNvSpPr/>
          <p:nvPr userDrawn="1"/>
        </p:nvSpPr>
        <p:spPr>
          <a:xfrm>
            <a:off x="924281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1" name="object 153"/>
          <p:cNvSpPr/>
          <p:nvPr userDrawn="1"/>
        </p:nvSpPr>
        <p:spPr>
          <a:xfrm>
            <a:off x="963597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2" name="object 154"/>
          <p:cNvSpPr/>
          <p:nvPr userDrawn="1"/>
        </p:nvSpPr>
        <p:spPr>
          <a:xfrm>
            <a:off x="1002914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3" name="object 155"/>
          <p:cNvSpPr/>
          <p:nvPr userDrawn="1"/>
        </p:nvSpPr>
        <p:spPr>
          <a:xfrm>
            <a:off x="1042233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4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5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6" name="object 158"/>
          <p:cNvSpPr/>
          <p:nvPr userDrawn="1"/>
        </p:nvSpPr>
        <p:spPr>
          <a:xfrm>
            <a:off x="1160184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7" name="object 159"/>
          <p:cNvSpPr/>
          <p:nvPr userDrawn="1"/>
        </p:nvSpPr>
        <p:spPr>
          <a:xfrm>
            <a:off x="1199500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8" name="object 160"/>
          <p:cNvSpPr/>
          <p:nvPr userDrawn="1"/>
        </p:nvSpPr>
        <p:spPr>
          <a:xfrm>
            <a:off x="1238817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9" name="object 161"/>
          <p:cNvSpPr/>
          <p:nvPr userDrawn="1"/>
        </p:nvSpPr>
        <p:spPr>
          <a:xfrm>
            <a:off x="1278134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0" name="object 162"/>
          <p:cNvSpPr/>
          <p:nvPr userDrawn="1"/>
        </p:nvSpPr>
        <p:spPr>
          <a:xfrm>
            <a:off x="131736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1" name="object 163"/>
          <p:cNvSpPr/>
          <p:nvPr userDrawn="1"/>
        </p:nvSpPr>
        <p:spPr>
          <a:xfrm>
            <a:off x="13360483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2" name="object 164"/>
          <p:cNvSpPr/>
          <p:nvPr userDrawn="1"/>
        </p:nvSpPr>
        <p:spPr>
          <a:xfrm>
            <a:off x="13360483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3" name="object 165"/>
          <p:cNvSpPr/>
          <p:nvPr userDrawn="1"/>
        </p:nvSpPr>
        <p:spPr>
          <a:xfrm>
            <a:off x="13360483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4" name="object 166"/>
          <p:cNvSpPr/>
          <p:nvPr userDrawn="1"/>
        </p:nvSpPr>
        <p:spPr>
          <a:xfrm>
            <a:off x="131736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5" name="object 167"/>
          <p:cNvSpPr/>
          <p:nvPr userDrawn="1"/>
        </p:nvSpPr>
        <p:spPr>
          <a:xfrm>
            <a:off x="1317360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6" name="object 168"/>
          <p:cNvSpPr/>
          <p:nvPr userDrawn="1"/>
        </p:nvSpPr>
        <p:spPr>
          <a:xfrm>
            <a:off x="846667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7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8" name="object 170"/>
          <p:cNvSpPr/>
          <p:nvPr userDrawn="1"/>
        </p:nvSpPr>
        <p:spPr>
          <a:xfrm>
            <a:off x="826130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9" name="object 171"/>
          <p:cNvSpPr/>
          <p:nvPr userDrawn="1"/>
        </p:nvSpPr>
        <p:spPr>
          <a:xfrm>
            <a:off x="826130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0" name="object 172"/>
          <p:cNvSpPr/>
          <p:nvPr userDrawn="1"/>
        </p:nvSpPr>
        <p:spPr>
          <a:xfrm>
            <a:off x="846667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1" name="object 173"/>
          <p:cNvSpPr/>
          <p:nvPr userDrawn="1"/>
        </p:nvSpPr>
        <p:spPr>
          <a:xfrm>
            <a:off x="846667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2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3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4" name="object 176"/>
          <p:cNvSpPr/>
          <p:nvPr userDrawn="1"/>
        </p:nvSpPr>
        <p:spPr>
          <a:xfrm>
            <a:off x="13752712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5" name="object 177"/>
          <p:cNvSpPr/>
          <p:nvPr userDrawn="1"/>
        </p:nvSpPr>
        <p:spPr>
          <a:xfrm>
            <a:off x="13752712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6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7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8" name="object 180"/>
          <p:cNvSpPr/>
          <p:nvPr userDrawn="1"/>
        </p:nvSpPr>
        <p:spPr>
          <a:xfrm>
            <a:off x="135658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9" name="object 181"/>
          <p:cNvSpPr/>
          <p:nvPr userDrawn="1"/>
        </p:nvSpPr>
        <p:spPr>
          <a:xfrm>
            <a:off x="135658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0" name="object 182"/>
          <p:cNvSpPr/>
          <p:nvPr userDrawn="1"/>
        </p:nvSpPr>
        <p:spPr>
          <a:xfrm>
            <a:off x="135658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1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2" name="object 184"/>
          <p:cNvSpPr/>
          <p:nvPr userDrawn="1"/>
        </p:nvSpPr>
        <p:spPr>
          <a:xfrm>
            <a:off x="1512641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3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4" name="object 186"/>
          <p:cNvSpPr/>
          <p:nvPr userDrawn="1"/>
        </p:nvSpPr>
        <p:spPr>
          <a:xfrm>
            <a:off x="1591276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5" name="object 187"/>
          <p:cNvSpPr/>
          <p:nvPr userDrawn="1"/>
        </p:nvSpPr>
        <p:spPr>
          <a:xfrm>
            <a:off x="163059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6" name="object 188"/>
          <p:cNvSpPr/>
          <p:nvPr userDrawn="1"/>
        </p:nvSpPr>
        <p:spPr>
          <a:xfrm>
            <a:off x="166990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7" name="object 189"/>
          <p:cNvSpPr/>
          <p:nvPr userDrawn="1"/>
        </p:nvSpPr>
        <p:spPr>
          <a:xfrm>
            <a:off x="170922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8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9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0" name="object 192"/>
          <p:cNvSpPr/>
          <p:nvPr userDrawn="1"/>
        </p:nvSpPr>
        <p:spPr>
          <a:xfrm>
            <a:off x="1453711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1" name="object 193"/>
          <p:cNvSpPr/>
          <p:nvPr userDrawn="1"/>
        </p:nvSpPr>
        <p:spPr>
          <a:xfrm>
            <a:off x="1492936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2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3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4" name="object 196"/>
          <p:cNvSpPr/>
          <p:nvPr userDrawn="1"/>
        </p:nvSpPr>
        <p:spPr>
          <a:xfrm>
            <a:off x="1610610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5" name="object 197"/>
          <p:cNvSpPr/>
          <p:nvPr userDrawn="1"/>
        </p:nvSpPr>
        <p:spPr>
          <a:xfrm>
            <a:off x="164983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6" name="object 198"/>
          <p:cNvSpPr/>
          <p:nvPr userDrawn="1"/>
        </p:nvSpPr>
        <p:spPr>
          <a:xfrm>
            <a:off x="1689059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7" name="object 199"/>
          <p:cNvSpPr/>
          <p:nvPr userDrawn="1"/>
        </p:nvSpPr>
        <p:spPr>
          <a:xfrm>
            <a:off x="1728283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8" name="object 200"/>
          <p:cNvSpPr/>
          <p:nvPr userDrawn="1"/>
        </p:nvSpPr>
        <p:spPr>
          <a:xfrm>
            <a:off x="1767507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9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0" name="object 202"/>
          <p:cNvSpPr/>
          <p:nvPr userDrawn="1"/>
        </p:nvSpPr>
        <p:spPr>
          <a:xfrm>
            <a:off x="1453711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1" name="object 203"/>
          <p:cNvSpPr/>
          <p:nvPr userDrawn="1"/>
        </p:nvSpPr>
        <p:spPr>
          <a:xfrm>
            <a:off x="1492936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2" name="object 204"/>
          <p:cNvSpPr/>
          <p:nvPr userDrawn="1"/>
        </p:nvSpPr>
        <p:spPr>
          <a:xfrm>
            <a:off x="1532160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3" name="object 205"/>
          <p:cNvSpPr/>
          <p:nvPr userDrawn="1"/>
        </p:nvSpPr>
        <p:spPr>
          <a:xfrm>
            <a:off x="15713856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4" name="object 206"/>
          <p:cNvSpPr/>
          <p:nvPr userDrawn="1"/>
        </p:nvSpPr>
        <p:spPr>
          <a:xfrm>
            <a:off x="16106095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5" name="object 207"/>
          <p:cNvSpPr/>
          <p:nvPr userDrawn="1"/>
        </p:nvSpPr>
        <p:spPr>
          <a:xfrm>
            <a:off x="16498346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6" name="object 208"/>
          <p:cNvSpPr/>
          <p:nvPr userDrawn="1"/>
        </p:nvSpPr>
        <p:spPr>
          <a:xfrm>
            <a:off x="16890595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7" name="object 209"/>
          <p:cNvSpPr/>
          <p:nvPr userDrawn="1"/>
        </p:nvSpPr>
        <p:spPr>
          <a:xfrm>
            <a:off x="1728282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8" name="object 210"/>
          <p:cNvSpPr/>
          <p:nvPr userDrawn="1"/>
        </p:nvSpPr>
        <p:spPr>
          <a:xfrm>
            <a:off x="17675074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9" name="object 211"/>
          <p:cNvSpPr/>
          <p:nvPr userDrawn="1"/>
        </p:nvSpPr>
        <p:spPr>
          <a:xfrm>
            <a:off x="1806731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0" name="object 212"/>
          <p:cNvSpPr/>
          <p:nvPr userDrawn="1"/>
        </p:nvSpPr>
        <p:spPr>
          <a:xfrm>
            <a:off x="18459574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1" name="object 213"/>
          <p:cNvSpPr/>
          <p:nvPr userDrawn="1"/>
        </p:nvSpPr>
        <p:spPr>
          <a:xfrm>
            <a:off x="18851813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2" name="object 214"/>
          <p:cNvSpPr/>
          <p:nvPr userDrawn="1"/>
        </p:nvSpPr>
        <p:spPr>
          <a:xfrm>
            <a:off x="1453711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3" name="object 215"/>
          <p:cNvSpPr/>
          <p:nvPr userDrawn="1"/>
        </p:nvSpPr>
        <p:spPr>
          <a:xfrm>
            <a:off x="1492936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4" name="object 216"/>
          <p:cNvSpPr/>
          <p:nvPr userDrawn="1"/>
        </p:nvSpPr>
        <p:spPr>
          <a:xfrm>
            <a:off x="1532160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5" name="object 217"/>
          <p:cNvSpPr/>
          <p:nvPr userDrawn="1"/>
        </p:nvSpPr>
        <p:spPr>
          <a:xfrm>
            <a:off x="1571385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6" name="object 218"/>
          <p:cNvSpPr/>
          <p:nvPr userDrawn="1"/>
        </p:nvSpPr>
        <p:spPr>
          <a:xfrm>
            <a:off x="1610610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7" name="object 219"/>
          <p:cNvSpPr/>
          <p:nvPr userDrawn="1"/>
        </p:nvSpPr>
        <p:spPr>
          <a:xfrm>
            <a:off x="16498346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8" name="object 220"/>
          <p:cNvSpPr/>
          <p:nvPr userDrawn="1"/>
        </p:nvSpPr>
        <p:spPr>
          <a:xfrm>
            <a:off x="16890595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9" name="object 221"/>
          <p:cNvSpPr/>
          <p:nvPr userDrawn="1"/>
        </p:nvSpPr>
        <p:spPr>
          <a:xfrm>
            <a:off x="1728283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0" name="object 222"/>
          <p:cNvSpPr/>
          <p:nvPr userDrawn="1"/>
        </p:nvSpPr>
        <p:spPr>
          <a:xfrm>
            <a:off x="176750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1" name="object 223"/>
          <p:cNvSpPr/>
          <p:nvPr userDrawn="1"/>
        </p:nvSpPr>
        <p:spPr>
          <a:xfrm>
            <a:off x="1806731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2" name="object 224"/>
          <p:cNvSpPr/>
          <p:nvPr userDrawn="1"/>
        </p:nvSpPr>
        <p:spPr>
          <a:xfrm>
            <a:off x="18459574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3" name="object 225"/>
          <p:cNvSpPr/>
          <p:nvPr userDrawn="1"/>
        </p:nvSpPr>
        <p:spPr>
          <a:xfrm>
            <a:off x="18851813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4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5" name="object 227"/>
          <p:cNvSpPr/>
          <p:nvPr userDrawn="1"/>
        </p:nvSpPr>
        <p:spPr>
          <a:xfrm>
            <a:off x="1512641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6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7" name="object 229"/>
          <p:cNvSpPr/>
          <p:nvPr userDrawn="1"/>
        </p:nvSpPr>
        <p:spPr>
          <a:xfrm>
            <a:off x="1591276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8" name="object 230"/>
          <p:cNvSpPr/>
          <p:nvPr userDrawn="1"/>
        </p:nvSpPr>
        <p:spPr>
          <a:xfrm>
            <a:off x="163059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9" name="object 231"/>
          <p:cNvSpPr/>
          <p:nvPr userDrawn="1"/>
        </p:nvSpPr>
        <p:spPr>
          <a:xfrm>
            <a:off x="166990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0" name="object 232"/>
          <p:cNvSpPr/>
          <p:nvPr userDrawn="1"/>
        </p:nvSpPr>
        <p:spPr>
          <a:xfrm>
            <a:off x="170922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1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2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3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4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5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6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7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8" name="object 240"/>
          <p:cNvSpPr/>
          <p:nvPr userDrawn="1"/>
        </p:nvSpPr>
        <p:spPr>
          <a:xfrm>
            <a:off x="1591276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9" name="object 241"/>
          <p:cNvSpPr/>
          <p:nvPr userDrawn="1"/>
        </p:nvSpPr>
        <p:spPr>
          <a:xfrm>
            <a:off x="16305922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0" name="object 242"/>
          <p:cNvSpPr/>
          <p:nvPr userDrawn="1"/>
        </p:nvSpPr>
        <p:spPr>
          <a:xfrm>
            <a:off x="166990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1" name="object 243"/>
          <p:cNvSpPr/>
          <p:nvPr userDrawn="1"/>
        </p:nvSpPr>
        <p:spPr>
          <a:xfrm>
            <a:off x="17092254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2" name="object 244"/>
          <p:cNvSpPr/>
          <p:nvPr userDrawn="1"/>
        </p:nvSpPr>
        <p:spPr>
          <a:xfrm>
            <a:off x="1748542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3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4" name="object 246"/>
          <p:cNvSpPr/>
          <p:nvPr userDrawn="1"/>
        </p:nvSpPr>
        <p:spPr>
          <a:xfrm>
            <a:off x="18271757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5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6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7" name="object 249"/>
          <p:cNvSpPr/>
          <p:nvPr userDrawn="1"/>
        </p:nvSpPr>
        <p:spPr>
          <a:xfrm>
            <a:off x="19244084" y="10322000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8" name="object 250"/>
          <p:cNvSpPr/>
          <p:nvPr userDrawn="1"/>
        </p:nvSpPr>
        <p:spPr>
          <a:xfrm>
            <a:off x="19244084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9" name="object 251"/>
          <p:cNvSpPr/>
          <p:nvPr userDrawn="1"/>
        </p:nvSpPr>
        <p:spPr>
          <a:xfrm>
            <a:off x="19244084" y="10550317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0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1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2" name="object 254"/>
          <p:cNvSpPr/>
          <p:nvPr userDrawn="1"/>
        </p:nvSpPr>
        <p:spPr>
          <a:xfrm>
            <a:off x="143502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3" name="object 255"/>
          <p:cNvSpPr/>
          <p:nvPr userDrawn="1"/>
        </p:nvSpPr>
        <p:spPr>
          <a:xfrm>
            <a:off x="1414489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4" name="object 256"/>
          <p:cNvSpPr/>
          <p:nvPr userDrawn="1"/>
        </p:nvSpPr>
        <p:spPr>
          <a:xfrm>
            <a:off x="14144899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5" name="object 257"/>
          <p:cNvSpPr/>
          <p:nvPr userDrawn="1"/>
        </p:nvSpPr>
        <p:spPr>
          <a:xfrm>
            <a:off x="14144899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6" name="object 258"/>
          <p:cNvSpPr/>
          <p:nvPr userDrawn="1"/>
        </p:nvSpPr>
        <p:spPr>
          <a:xfrm>
            <a:off x="143502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7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8" name="object 260"/>
          <p:cNvSpPr/>
          <p:nvPr userDrawn="1"/>
        </p:nvSpPr>
        <p:spPr>
          <a:xfrm>
            <a:off x="19449450" y="10194831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9" name="object 261"/>
          <p:cNvSpPr/>
          <p:nvPr userDrawn="1"/>
        </p:nvSpPr>
        <p:spPr>
          <a:xfrm>
            <a:off x="19449450" y="9972984"/>
            <a:ext cx="26407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0" name="object 262"/>
          <p:cNvSpPr/>
          <p:nvPr userDrawn="1"/>
        </p:nvSpPr>
        <p:spPr>
          <a:xfrm>
            <a:off x="19449450" y="10653874"/>
            <a:ext cx="26407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1" name="object 263"/>
          <p:cNvSpPr/>
          <p:nvPr userDrawn="1"/>
        </p:nvSpPr>
        <p:spPr>
          <a:xfrm>
            <a:off x="72889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2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3" name="object 265"/>
          <p:cNvSpPr/>
          <p:nvPr userDrawn="1"/>
        </p:nvSpPr>
        <p:spPr>
          <a:xfrm>
            <a:off x="70845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4" name="object 266"/>
          <p:cNvSpPr/>
          <p:nvPr userDrawn="1"/>
        </p:nvSpPr>
        <p:spPr>
          <a:xfrm>
            <a:off x="747678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5" name="object 267"/>
          <p:cNvSpPr/>
          <p:nvPr userDrawn="1"/>
        </p:nvSpPr>
        <p:spPr>
          <a:xfrm>
            <a:off x="78690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6" name="object 268"/>
          <p:cNvSpPr/>
          <p:nvPr userDrawn="1"/>
        </p:nvSpPr>
        <p:spPr>
          <a:xfrm>
            <a:off x="7084548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7" name="object 269"/>
          <p:cNvSpPr/>
          <p:nvPr userDrawn="1"/>
        </p:nvSpPr>
        <p:spPr>
          <a:xfrm>
            <a:off x="7476787" y="9857040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8" name="object 270"/>
          <p:cNvSpPr/>
          <p:nvPr userDrawn="1"/>
        </p:nvSpPr>
        <p:spPr>
          <a:xfrm>
            <a:off x="7869037" y="9857040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9" name="object 271"/>
          <p:cNvSpPr/>
          <p:nvPr userDrawn="1"/>
        </p:nvSpPr>
        <p:spPr>
          <a:xfrm>
            <a:off x="70845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0" name="object 272"/>
          <p:cNvSpPr/>
          <p:nvPr userDrawn="1"/>
        </p:nvSpPr>
        <p:spPr>
          <a:xfrm>
            <a:off x="7476787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1" name="object 273"/>
          <p:cNvSpPr/>
          <p:nvPr userDrawn="1"/>
        </p:nvSpPr>
        <p:spPr>
          <a:xfrm>
            <a:off x="7869048" y="10537103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2" name="object 274"/>
          <p:cNvSpPr/>
          <p:nvPr userDrawn="1"/>
        </p:nvSpPr>
        <p:spPr>
          <a:xfrm>
            <a:off x="72889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3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4" name="object 276"/>
          <p:cNvSpPr/>
          <p:nvPr userDrawn="1"/>
        </p:nvSpPr>
        <p:spPr>
          <a:xfrm>
            <a:off x="728899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5" name="object 277"/>
          <p:cNvSpPr/>
          <p:nvPr userDrawn="1"/>
        </p:nvSpPr>
        <p:spPr>
          <a:xfrm>
            <a:off x="768216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6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7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8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9" name="object 282"/>
          <p:cNvSpPr txBox="1"/>
          <p:nvPr userDrawn="1"/>
        </p:nvSpPr>
        <p:spPr>
          <a:xfrm>
            <a:off x="18269673" y="10119360"/>
            <a:ext cx="621577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defTabSz="457200">
              <a:buClrTx/>
              <a:buFontTx/>
              <a:buNone/>
              <a:defRPr/>
            </a:pPr>
            <a:fld id="{518EC216-A14D-D240-A2D4-F477DFC203F5}" type="slidenum">
              <a:rPr lang="pt-BR" sz="1600" kern="1200" smtClean="0">
                <a:solidFill>
                  <a:prstClr val="black">
                    <a:tint val="75000"/>
                  </a:prstClr>
                </a:solidFill>
                <a:latin typeface="Trebuchet MS"/>
                <a:ea typeface="+mn-ea"/>
                <a:cs typeface="Trebuchet MS"/>
              </a:rPr>
              <a:pPr algn="ctr" defTabSz="457200">
                <a:buClrTx/>
                <a:buFontTx/>
                <a:buNone/>
                <a:defRPr/>
              </a:pPr>
              <a:t>‹nº›</a:t>
            </a:fld>
            <a:endParaRPr lang="pt-BR" sz="1600" kern="1200" dirty="0">
              <a:solidFill>
                <a:prstClr val="black">
                  <a:tint val="75000"/>
                </a:prstClr>
              </a:solidFill>
              <a:latin typeface="Trebuchet MS"/>
              <a:ea typeface="+mn-ea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42765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rple 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GGR0001_template_ppt_neographene_08_pa1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4022"/>
            <a:ext cx="20375388" cy="11459722"/>
          </a:xfrm>
          <a:prstGeom prst="rect">
            <a:avLst/>
          </a:prstGeom>
        </p:spPr>
      </p:pic>
      <p:sp>
        <p:nvSpPr>
          <p:cNvPr id="8" name="Title 18"/>
          <p:cNvSpPr>
            <a:spLocks noGrp="1"/>
          </p:cNvSpPr>
          <p:nvPr>
            <p:ph type="title" hasCustomPrompt="1"/>
          </p:nvPr>
        </p:nvSpPr>
        <p:spPr>
          <a:xfrm>
            <a:off x="1670050" y="8153400"/>
            <a:ext cx="16473485" cy="762000"/>
          </a:xfrm>
          <a:prstGeom prst="rect">
            <a:avLst/>
          </a:prstGeom>
        </p:spPr>
        <p:txBody>
          <a:bodyPr vert="horz"/>
          <a:lstStyle>
            <a:lvl1pPr algn="l">
              <a:defRPr sz="5300" spc="0" baseline="0">
                <a:solidFill>
                  <a:srgbClr val="444C4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tabLst>
                <a:tab pos="4191635" algn="l"/>
              </a:tabLst>
            </a:pPr>
            <a:r>
              <a:rPr lang="pt-BR" sz="5350" spc="0" noProof="0" dirty="0">
                <a:solidFill>
                  <a:srgbClr val="6E6E6E"/>
                </a:solidFill>
                <a:latin typeface="Trebuchet MS"/>
                <a:cs typeface="Trebuchet MS"/>
              </a:rPr>
              <a:t>Click </a:t>
            </a:r>
            <a:r>
              <a:rPr lang="pt-BR" sz="5350" spc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to</a:t>
            </a:r>
            <a:r>
              <a:rPr lang="pt-BR" sz="5350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5350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add</a:t>
            </a:r>
            <a:r>
              <a:rPr lang="pt-BR" sz="5350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5350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section</a:t>
            </a:r>
            <a:r>
              <a:rPr lang="pt-BR" sz="5350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5350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title</a:t>
            </a:r>
            <a:endParaRPr lang="pt-BR" sz="5350" spc="0" noProof="0" dirty="0">
              <a:latin typeface="Trebuchet MS"/>
              <a:cs typeface="Trebuchet MS"/>
            </a:endParaRPr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0" hasCustomPrompt="1"/>
          </p:nvPr>
        </p:nvSpPr>
        <p:spPr>
          <a:xfrm>
            <a:off x="1670050" y="6701185"/>
            <a:ext cx="16477139" cy="53340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3700" b="1" i="0" spc="0">
                <a:solidFill>
                  <a:srgbClr val="444C4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pt-BR" sz="3700" b="1" spc="0" noProof="0" dirty="0">
                <a:solidFill>
                  <a:srgbClr val="6E6E6E"/>
                </a:solidFill>
                <a:latin typeface="Trebuchet MS"/>
                <a:cs typeface="Trebuchet MS"/>
              </a:rPr>
              <a:t>Click </a:t>
            </a:r>
            <a:r>
              <a:rPr lang="pt-BR" sz="3700" b="1" spc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to</a:t>
            </a:r>
            <a:r>
              <a:rPr lang="pt-BR" sz="3700" b="1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3700" b="1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add</a:t>
            </a:r>
            <a:r>
              <a:rPr lang="pt-BR" sz="3700" b="1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3700" b="1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section</a:t>
            </a:r>
            <a:r>
              <a:rPr lang="pt-BR" sz="3700" b="1" spc="0" baseline="0" noProof="0" dirty="0">
                <a:solidFill>
                  <a:srgbClr val="6E6E6E"/>
                </a:solidFill>
                <a:latin typeface="Trebuchet MS"/>
                <a:cs typeface="Trebuchet MS"/>
              </a:rPr>
              <a:t> </a:t>
            </a:r>
            <a:r>
              <a:rPr lang="pt-BR" sz="3700" b="1" spc="0" baseline="0" noProof="0" dirty="0" err="1">
                <a:solidFill>
                  <a:srgbClr val="6E6E6E"/>
                </a:solidFill>
                <a:latin typeface="Trebuchet MS"/>
                <a:cs typeface="Trebuchet MS"/>
              </a:rPr>
              <a:t>number</a:t>
            </a:r>
            <a:endParaRPr lang="pt-BR" sz="3700" spc="0" noProof="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62888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AA6DC34-F94E-4BAF-9F50-27AA4CCE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776" y="602457"/>
            <a:ext cx="17339786" cy="218717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90275008-16A2-4D81-B286-402729F29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776" y="2773919"/>
            <a:ext cx="8504976" cy="1359455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61C55ED1-672C-4C81-8155-B292EDED8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76" y="4133374"/>
            <a:ext cx="8504976" cy="60795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CA6F2EEA-8BB1-4B74-8B6B-14033E3C3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701" y="2773919"/>
            <a:ext cx="8546861" cy="1359455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1AE53B75-9E5B-42EC-B478-BD7E98CAC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701" y="4133374"/>
            <a:ext cx="8546861" cy="60795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38023A7F-40A6-4B61-B60C-4973B6CF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879B942B-2E58-4694-9D22-D2A94318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00E8C384-5156-4B47-81CB-863B7EFA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Imagem 10" descr="Uma imagem contendo edifício&#10;&#10;Descrição gerada automaticamente">
            <a:extLst>
              <a:ext uri="{FF2B5EF4-FFF2-40B4-BE49-F238E27FC236}">
                <a16:creationId xmlns="" xmlns:a16="http://schemas.microsoft.com/office/drawing/2014/main" id="{AA0C77FC-4B0E-4E81-B88B-39733C741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157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601923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DEB4248-DF96-403D-AC06-CA46A704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C05E0B57-56BA-451F-B499-7ADDC850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9301AC43-EAC5-4081-BFF2-507224C4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9D821631-B581-44B7-BC33-7CA23A53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BAACAFCF-CA50-4D86-B78A-C33BD3745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3889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F6EBA38C-6778-4638-AED8-9803C66407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612763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16A2F380-7E84-460B-9CC6-977863A8AB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650619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D7B2E1E1-BD09-40D7-A937-420DC9CBA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912150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041919D8-D0EE-43F9-962F-0480E1324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119795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 descr="Tela de computador com texto preto sobre fundo branco&#10;&#10;Descrição gerada automaticamente">
            <a:extLst>
              <a:ext uri="{FF2B5EF4-FFF2-40B4-BE49-F238E27FC236}">
                <a16:creationId xmlns="" xmlns:a16="http://schemas.microsoft.com/office/drawing/2014/main" id="{7AE994AF-C92F-42F3-89C9-241CF629CD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801398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 descr="Tela de computador com texto preto sobre fundo branco&#10;&#10;Descrição gerada automaticamente">
            <a:extLst>
              <a:ext uri="{FF2B5EF4-FFF2-40B4-BE49-F238E27FC236}">
                <a16:creationId xmlns="" xmlns:a16="http://schemas.microsoft.com/office/drawing/2014/main" id="{5922E492-3E9A-4902-9599-F390C2631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458068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CE9439B9-B7A9-4EA6-A76E-6DBE1FFE3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71973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BB12E9EA-6819-4840-8BAB-7F827616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FEDB-50E7-4A06-92EF-0046071B6B5F}" type="datetimeFigureOut">
              <a:rPr lang="pt-BR" smtClean="0"/>
              <a:pPr/>
              <a:t>07/03/2022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9E43B99-F69D-4E59-A429-ABFC46D6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AB7A5016-EEF7-4AB8-83B0-E4978403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AEF3F-2BA0-415E-9D6C-6C89AE8DAD9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16867A5E-B8DA-489A-81AB-6CE4CC104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72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540228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Green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 userDrawn="1"/>
        </p:nvSpPr>
        <p:spPr>
          <a:xfrm>
            <a:off x="336931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" name="object 6"/>
          <p:cNvSpPr/>
          <p:nvPr userDrawn="1"/>
        </p:nvSpPr>
        <p:spPr>
          <a:xfrm>
            <a:off x="376249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" name="object 7"/>
          <p:cNvSpPr/>
          <p:nvPr userDrawn="1"/>
        </p:nvSpPr>
        <p:spPr>
          <a:xfrm>
            <a:off x="415565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" name="object 8"/>
          <p:cNvSpPr/>
          <p:nvPr userDrawn="1"/>
        </p:nvSpPr>
        <p:spPr>
          <a:xfrm>
            <a:off x="454882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" name="object 9"/>
          <p:cNvSpPr/>
          <p:nvPr userDrawn="1"/>
        </p:nvSpPr>
        <p:spPr>
          <a:xfrm>
            <a:off x="494198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" name="object 10"/>
          <p:cNvSpPr/>
          <p:nvPr userDrawn="1"/>
        </p:nvSpPr>
        <p:spPr>
          <a:xfrm>
            <a:off x="533516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" name="object 11"/>
          <p:cNvSpPr/>
          <p:nvPr userDrawn="1"/>
        </p:nvSpPr>
        <p:spPr>
          <a:xfrm>
            <a:off x="316857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" name="object 12"/>
          <p:cNvSpPr/>
          <p:nvPr userDrawn="1"/>
        </p:nvSpPr>
        <p:spPr>
          <a:xfrm>
            <a:off x="35608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" name="object 13"/>
          <p:cNvSpPr/>
          <p:nvPr userDrawn="1"/>
        </p:nvSpPr>
        <p:spPr>
          <a:xfrm>
            <a:off x="395305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" name="object 14"/>
          <p:cNvSpPr/>
          <p:nvPr userDrawn="1"/>
        </p:nvSpPr>
        <p:spPr>
          <a:xfrm>
            <a:off x="434530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" name="object 15"/>
          <p:cNvSpPr/>
          <p:nvPr userDrawn="1"/>
        </p:nvSpPr>
        <p:spPr>
          <a:xfrm>
            <a:off x="473754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" name="object 16"/>
          <p:cNvSpPr/>
          <p:nvPr userDrawn="1"/>
        </p:nvSpPr>
        <p:spPr>
          <a:xfrm>
            <a:off x="512979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" name="object 17"/>
          <p:cNvSpPr/>
          <p:nvPr userDrawn="1"/>
        </p:nvSpPr>
        <p:spPr>
          <a:xfrm>
            <a:off x="552204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" name="object 18"/>
          <p:cNvSpPr/>
          <p:nvPr userDrawn="1"/>
        </p:nvSpPr>
        <p:spPr>
          <a:xfrm>
            <a:off x="120733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" name="object 19"/>
          <p:cNvSpPr/>
          <p:nvPr userDrawn="1"/>
        </p:nvSpPr>
        <p:spPr>
          <a:xfrm>
            <a:off x="1599584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" name="object 20"/>
          <p:cNvSpPr/>
          <p:nvPr userDrawn="1"/>
        </p:nvSpPr>
        <p:spPr>
          <a:xfrm>
            <a:off x="1991835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" name="object 21"/>
          <p:cNvSpPr/>
          <p:nvPr userDrawn="1"/>
        </p:nvSpPr>
        <p:spPr>
          <a:xfrm>
            <a:off x="2384076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" name="object 22"/>
          <p:cNvSpPr/>
          <p:nvPr userDrawn="1"/>
        </p:nvSpPr>
        <p:spPr>
          <a:xfrm>
            <a:off x="277632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" name="object 23"/>
          <p:cNvSpPr/>
          <p:nvPr userDrawn="1"/>
        </p:nvSpPr>
        <p:spPr>
          <a:xfrm>
            <a:off x="3168573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" name="object 24"/>
          <p:cNvSpPr/>
          <p:nvPr userDrawn="1"/>
        </p:nvSpPr>
        <p:spPr>
          <a:xfrm>
            <a:off x="3560812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" name="object 25"/>
          <p:cNvSpPr/>
          <p:nvPr userDrawn="1"/>
        </p:nvSpPr>
        <p:spPr>
          <a:xfrm>
            <a:off x="3953055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" name="object 26"/>
          <p:cNvSpPr/>
          <p:nvPr userDrawn="1"/>
        </p:nvSpPr>
        <p:spPr>
          <a:xfrm>
            <a:off x="4345291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" name="object 27"/>
          <p:cNvSpPr/>
          <p:nvPr userDrawn="1"/>
        </p:nvSpPr>
        <p:spPr>
          <a:xfrm>
            <a:off x="4737542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8" name="object 28"/>
          <p:cNvSpPr/>
          <p:nvPr userDrawn="1"/>
        </p:nvSpPr>
        <p:spPr>
          <a:xfrm>
            <a:off x="5129791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9" name="object 29"/>
          <p:cNvSpPr/>
          <p:nvPr userDrawn="1"/>
        </p:nvSpPr>
        <p:spPr>
          <a:xfrm>
            <a:off x="5522032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0" name="object 30"/>
          <p:cNvSpPr/>
          <p:nvPr userDrawn="1"/>
        </p:nvSpPr>
        <p:spPr>
          <a:xfrm>
            <a:off x="120734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1" name="object 31"/>
          <p:cNvSpPr/>
          <p:nvPr userDrawn="1"/>
        </p:nvSpPr>
        <p:spPr>
          <a:xfrm>
            <a:off x="15995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2" name="object 32"/>
          <p:cNvSpPr/>
          <p:nvPr userDrawn="1"/>
        </p:nvSpPr>
        <p:spPr>
          <a:xfrm>
            <a:off x="199183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3" name="object 33"/>
          <p:cNvSpPr/>
          <p:nvPr userDrawn="1"/>
        </p:nvSpPr>
        <p:spPr>
          <a:xfrm>
            <a:off x="23840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4" name="object 34"/>
          <p:cNvSpPr/>
          <p:nvPr userDrawn="1"/>
        </p:nvSpPr>
        <p:spPr>
          <a:xfrm>
            <a:off x="277632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5" name="object 35"/>
          <p:cNvSpPr/>
          <p:nvPr userDrawn="1"/>
        </p:nvSpPr>
        <p:spPr>
          <a:xfrm>
            <a:off x="3168573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6" name="object 36"/>
          <p:cNvSpPr/>
          <p:nvPr userDrawn="1"/>
        </p:nvSpPr>
        <p:spPr>
          <a:xfrm>
            <a:off x="356081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7" name="object 37"/>
          <p:cNvSpPr/>
          <p:nvPr userDrawn="1"/>
        </p:nvSpPr>
        <p:spPr>
          <a:xfrm>
            <a:off x="395305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8" name="object 38"/>
          <p:cNvSpPr/>
          <p:nvPr userDrawn="1"/>
        </p:nvSpPr>
        <p:spPr>
          <a:xfrm>
            <a:off x="434530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39" name="object 39"/>
          <p:cNvSpPr/>
          <p:nvPr userDrawn="1"/>
        </p:nvSpPr>
        <p:spPr>
          <a:xfrm>
            <a:off x="473754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0" name="object 40"/>
          <p:cNvSpPr/>
          <p:nvPr userDrawn="1"/>
        </p:nvSpPr>
        <p:spPr>
          <a:xfrm>
            <a:off x="5129791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1" name="object 41"/>
          <p:cNvSpPr/>
          <p:nvPr userDrawn="1"/>
        </p:nvSpPr>
        <p:spPr>
          <a:xfrm>
            <a:off x="552204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2" name="object 42"/>
          <p:cNvSpPr/>
          <p:nvPr userDrawn="1"/>
        </p:nvSpPr>
        <p:spPr>
          <a:xfrm>
            <a:off x="14034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3" name="object 43"/>
          <p:cNvSpPr/>
          <p:nvPr userDrawn="1"/>
        </p:nvSpPr>
        <p:spPr>
          <a:xfrm>
            <a:off x="17966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4" name="object 44"/>
          <p:cNvSpPr/>
          <p:nvPr userDrawn="1"/>
        </p:nvSpPr>
        <p:spPr>
          <a:xfrm>
            <a:off x="218980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5" name="object 45"/>
          <p:cNvSpPr/>
          <p:nvPr userDrawn="1"/>
        </p:nvSpPr>
        <p:spPr>
          <a:xfrm>
            <a:off x="258298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6" name="object 46"/>
          <p:cNvSpPr/>
          <p:nvPr userDrawn="1"/>
        </p:nvSpPr>
        <p:spPr>
          <a:xfrm>
            <a:off x="297615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7" name="object 47"/>
          <p:cNvSpPr/>
          <p:nvPr userDrawn="1"/>
        </p:nvSpPr>
        <p:spPr>
          <a:xfrm>
            <a:off x="336931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8" name="object 48"/>
          <p:cNvSpPr/>
          <p:nvPr userDrawn="1"/>
        </p:nvSpPr>
        <p:spPr>
          <a:xfrm>
            <a:off x="37624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49" name="object 49"/>
          <p:cNvSpPr/>
          <p:nvPr userDrawn="1"/>
        </p:nvSpPr>
        <p:spPr>
          <a:xfrm>
            <a:off x="415565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0" name="object 50"/>
          <p:cNvSpPr/>
          <p:nvPr userDrawn="1"/>
        </p:nvSpPr>
        <p:spPr>
          <a:xfrm>
            <a:off x="454882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1" name="object 51"/>
          <p:cNvSpPr/>
          <p:nvPr userDrawn="1"/>
        </p:nvSpPr>
        <p:spPr>
          <a:xfrm>
            <a:off x="494198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2" name="object 52"/>
          <p:cNvSpPr/>
          <p:nvPr userDrawn="1"/>
        </p:nvSpPr>
        <p:spPr>
          <a:xfrm>
            <a:off x="533516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3" name="object 53"/>
          <p:cNvSpPr/>
          <p:nvPr userDrawn="1"/>
        </p:nvSpPr>
        <p:spPr>
          <a:xfrm>
            <a:off x="14034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4" name="object 54"/>
          <p:cNvSpPr/>
          <p:nvPr userDrawn="1"/>
        </p:nvSpPr>
        <p:spPr>
          <a:xfrm>
            <a:off x="179663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5" name="object 55"/>
          <p:cNvSpPr/>
          <p:nvPr userDrawn="1"/>
        </p:nvSpPr>
        <p:spPr>
          <a:xfrm>
            <a:off x="218979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6" name="object 56"/>
          <p:cNvSpPr/>
          <p:nvPr userDrawn="1"/>
        </p:nvSpPr>
        <p:spPr>
          <a:xfrm>
            <a:off x="2582980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7" name="object 57"/>
          <p:cNvSpPr/>
          <p:nvPr userDrawn="1"/>
        </p:nvSpPr>
        <p:spPr>
          <a:xfrm>
            <a:off x="2976151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8" name="object 58"/>
          <p:cNvSpPr/>
          <p:nvPr userDrawn="1"/>
        </p:nvSpPr>
        <p:spPr>
          <a:xfrm>
            <a:off x="336931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59" name="object 59"/>
          <p:cNvSpPr/>
          <p:nvPr userDrawn="1"/>
        </p:nvSpPr>
        <p:spPr>
          <a:xfrm>
            <a:off x="376249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0" name="object 60"/>
          <p:cNvSpPr/>
          <p:nvPr userDrawn="1"/>
        </p:nvSpPr>
        <p:spPr>
          <a:xfrm>
            <a:off x="415566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1" name="object 61"/>
          <p:cNvSpPr/>
          <p:nvPr userDrawn="1"/>
        </p:nvSpPr>
        <p:spPr>
          <a:xfrm>
            <a:off x="454882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2" name="object 62"/>
          <p:cNvSpPr/>
          <p:nvPr userDrawn="1"/>
        </p:nvSpPr>
        <p:spPr>
          <a:xfrm>
            <a:off x="494198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3" name="object 63"/>
          <p:cNvSpPr/>
          <p:nvPr userDrawn="1"/>
        </p:nvSpPr>
        <p:spPr>
          <a:xfrm>
            <a:off x="533515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4" name="object 64"/>
          <p:cNvSpPr/>
          <p:nvPr userDrawn="1"/>
        </p:nvSpPr>
        <p:spPr>
          <a:xfrm>
            <a:off x="572742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5" name="object 65"/>
          <p:cNvSpPr/>
          <p:nvPr userDrawn="1"/>
        </p:nvSpPr>
        <p:spPr>
          <a:xfrm>
            <a:off x="5914301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6" name="object 66"/>
          <p:cNvSpPr/>
          <p:nvPr userDrawn="1"/>
        </p:nvSpPr>
        <p:spPr>
          <a:xfrm>
            <a:off x="5914301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7" name="object 67"/>
          <p:cNvSpPr/>
          <p:nvPr userDrawn="1"/>
        </p:nvSpPr>
        <p:spPr>
          <a:xfrm>
            <a:off x="5914301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8" name="object 68"/>
          <p:cNvSpPr/>
          <p:nvPr userDrawn="1"/>
        </p:nvSpPr>
        <p:spPr>
          <a:xfrm>
            <a:off x="572742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69" name="object 69"/>
          <p:cNvSpPr/>
          <p:nvPr userDrawn="1"/>
        </p:nvSpPr>
        <p:spPr>
          <a:xfrm>
            <a:off x="5727428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0" name="object 70"/>
          <p:cNvSpPr/>
          <p:nvPr userDrawn="1"/>
        </p:nvSpPr>
        <p:spPr>
          <a:xfrm>
            <a:off x="815127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1" name="object 71"/>
          <p:cNvSpPr/>
          <p:nvPr userDrawn="1"/>
        </p:nvSpPr>
        <p:spPr>
          <a:xfrm>
            <a:off x="815117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2" name="object 72"/>
          <p:cNvSpPr/>
          <p:nvPr userDrawn="1"/>
        </p:nvSpPr>
        <p:spPr>
          <a:xfrm>
            <a:off x="815127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3" name="object 73"/>
          <p:cNvSpPr/>
          <p:nvPr userDrawn="1"/>
        </p:nvSpPr>
        <p:spPr>
          <a:xfrm>
            <a:off x="102049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4" name="object 74"/>
          <p:cNvSpPr/>
          <p:nvPr userDrawn="1"/>
        </p:nvSpPr>
        <p:spPr>
          <a:xfrm>
            <a:off x="102049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5" name="object 75"/>
          <p:cNvSpPr/>
          <p:nvPr userDrawn="1"/>
        </p:nvSpPr>
        <p:spPr>
          <a:xfrm>
            <a:off x="650265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6" name="object 76"/>
          <p:cNvSpPr/>
          <p:nvPr userDrawn="1"/>
        </p:nvSpPr>
        <p:spPr>
          <a:xfrm>
            <a:off x="6895822" y="10208045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7" name="object 77"/>
          <p:cNvSpPr/>
          <p:nvPr userDrawn="1"/>
        </p:nvSpPr>
        <p:spPr>
          <a:xfrm>
            <a:off x="6306521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8" name="object 78"/>
          <p:cNvSpPr/>
          <p:nvPr userDrawn="1"/>
        </p:nvSpPr>
        <p:spPr>
          <a:xfrm>
            <a:off x="6698770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79" name="object 79"/>
          <p:cNvSpPr/>
          <p:nvPr userDrawn="1"/>
        </p:nvSpPr>
        <p:spPr>
          <a:xfrm>
            <a:off x="6306533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0" name="object 80"/>
          <p:cNvSpPr/>
          <p:nvPr userDrawn="1"/>
        </p:nvSpPr>
        <p:spPr>
          <a:xfrm>
            <a:off x="6698760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1" name="object 81"/>
          <p:cNvSpPr/>
          <p:nvPr userDrawn="1"/>
        </p:nvSpPr>
        <p:spPr>
          <a:xfrm>
            <a:off x="6306521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2" name="object 82"/>
          <p:cNvSpPr/>
          <p:nvPr userDrawn="1"/>
        </p:nvSpPr>
        <p:spPr>
          <a:xfrm>
            <a:off x="6698770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3" name="object 83"/>
          <p:cNvSpPr/>
          <p:nvPr userDrawn="1"/>
        </p:nvSpPr>
        <p:spPr>
          <a:xfrm>
            <a:off x="650265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4" name="object 84"/>
          <p:cNvSpPr/>
          <p:nvPr userDrawn="1"/>
        </p:nvSpPr>
        <p:spPr>
          <a:xfrm>
            <a:off x="6895822" y="998620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5" name="object 85"/>
          <p:cNvSpPr/>
          <p:nvPr userDrawn="1"/>
        </p:nvSpPr>
        <p:spPr>
          <a:xfrm>
            <a:off x="6502651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6" name="object 86"/>
          <p:cNvSpPr/>
          <p:nvPr userDrawn="1"/>
        </p:nvSpPr>
        <p:spPr>
          <a:xfrm>
            <a:off x="6895813" y="10667088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7" name="object 87"/>
          <p:cNvSpPr/>
          <p:nvPr userDrawn="1"/>
        </p:nvSpPr>
        <p:spPr>
          <a:xfrm>
            <a:off x="61196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8" name="object 88"/>
          <p:cNvSpPr/>
          <p:nvPr userDrawn="1"/>
        </p:nvSpPr>
        <p:spPr>
          <a:xfrm>
            <a:off x="61196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89" name="object 89"/>
          <p:cNvSpPr/>
          <p:nvPr userDrawn="1"/>
        </p:nvSpPr>
        <p:spPr>
          <a:xfrm>
            <a:off x="611966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0" name="object 90"/>
          <p:cNvSpPr/>
          <p:nvPr userDrawn="1"/>
        </p:nvSpPr>
        <p:spPr>
          <a:xfrm>
            <a:off x="628256" y="1019483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1" name="object 91"/>
          <p:cNvSpPr/>
          <p:nvPr userDrawn="1"/>
        </p:nvSpPr>
        <p:spPr>
          <a:xfrm>
            <a:off x="628256" y="9972985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2" name="object 92"/>
          <p:cNvSpPr/>
          <p:nvPr userDrawn="1"/>
        </p:nvSpPr>
        <p:spPr>
          <a:xfrm>
            <a:off x="628256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3" name="object 93"/>
          <p:cNvSpPr/>
          <p:nvPr userDrawn="1"/>
        </p:nvSpPr>
        <p:spPr>
          <a:xfrm>
            <a:off x="884965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4" name="object 94"/>
          <p:cNvSpPr/>
          <p:nvPr userDrawn="1"/>
        </p:nvSpPr>
        <p:spPr>
          <a:xfrm>
            <a:off x="924282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5" name="object 95"/>
          <p:cNvSpPr/>
          <p:nvPr userDrawn="1"/>
        </p:nvSpPr>
        <p:spPr>
          <a:xfrm>
            <a:off x="963599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6" name="object 96"/>
          <p:cNvSpPr/>
          <p:nvPr userDrawn="1"/>
        </p:nvSpPr>
        <p:spPr>
          <a:xfrm>
            <a:off x="100291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7" name="object 97"/>
          <p:cNvSpPr/>
          <p:nvPr userDrawn="1"/>
        </p:nvSpPr>
        <p:spPr>
          <a:xfrm>
            <a:off x="1042233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8" name="object 98"/>
          <p:cNvSpPr/>
          <p:nvPr userDrawn="1"/>
        </p:nvSpPr>
        <p:spPr>
          <a:xfrm>
            <a:off x="1081550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99" name="object 99"/>
          <p:cNvSpPr/>
          <p:nvPr userDrawn="1"/>
        </p:nvSpPr>
        <p:spPr>
          <a:xfrm>
            <a:off x="1120866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0" name="object 100"/>
          <p:cNvSpPr/>
          <p:nvPr userDrawn="1"/>
        </p:nvSpPr>
        <p:spPr>
          <a:xfrm>
            <a:off x="116018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1" name="object 101"/>
          <p:cNvSpPr/>
          <p:nvPr userDrawn="1"/>
        </p:nvSpPr>
        <p:spPr>
          <a:xfrm>
            <a:off x="11995008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2" name="object 102"/>
          <p:cNvSpPr/>
          <p:nvPr userDrawn="1"/>
        </p:nvSpPr>
        <p:spPr>
          <a:xfrm>
            <a:off x="123881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3" name="object 103"/>
          <p:cNvSpPr/>
          <p:nvPr userDrawn="1"/>
        </p:nvSpPr>
        <p:spPr>
          <a:xfrm>
            <a:off x="1278135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4" name="object 104"/>
          <p:cNvSpPr/>
          <p:nvPr userDrawn="1"/>
        </p:nvSpPr>
        <p:spPr>
          <a:xfrm>
            <a:off x="865352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5" name="object 105"/>
          <p:cNvSpPr/>
          <p:nvPr userDrawn="1"/>
        </p:nvSpPr>
        <p:spPr>
          <a:xfrm>
            <a:off x="904577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6" name="object 106"/>
          <p:cNvSpPr/>
          <p:nvPr userDrawn="1"/>
        </p:nvSpPr>
        <p:spPr>
          <a:xfrm>
            <a:off x="943801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7" name="object 107"/>
          <p:cNvSpPr/>
          <p:nvPr userDrawn="1"/>
        </p:nvSpPr>
        <p:spPr>
          <a:xfrm>
            <a:off x="983025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8" name="object 108"/>
          <p:cNvSpPr/>
          <p:nvPr userDrawn="1"/>
        </p:nvSpPr>
        <p:spPr>
          <a:xfrm>
            <a:off x="1022250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09" name="object 109"/>
          <p:cNvSpPr/>
          <p:nvPr userDrawn="1"/>
        </p:nvSpPr>
        <p:spPr>
          <a:xfrm>
            <a:off x="106147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0" name="object 110"/>
          <p:cNvSpPr/>
          <p:nvPr userDrawn="1"/>
        </p:nvSpPr>
        <p:spPr>
          <a:xfrm>
            <a:off x="1100699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1" name="object 111"/>
          <p:cNvSpPr/>
          <p:nvPr userDrawn="1"/>
        </p:nvSpPr>
        <p:spPr>
          <a:xfrm>
            <a:off x="1139924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2" name="object 112"/>
          <p:cNvSpPr/>
          <p:nvPr userDrawn="1"/>
        </p:nvSpPr>
        <p:spPr>
          <a:xfrm>
            <a:off x="117914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3" name="object 113"/>
          <p:cNvSpPr/>
          <p:nvPr userDrawn="1"/>
        </p:nvSpPr>
        <p:spPr>
          <a:xfrm>
            <a:off x="12183723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4" name="object 114"/>
          <p:cNvSpPr/>
          <p:nvPr userDrawn="1"/>
        </p:nvSpPr>
        <p:spPr>
          <a:xfrm>
            <a:off x="1257598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5" name="object 115"/>
          <p:cNvSpPr/>
          <p:nvPr userDrawn="1"/>
        </p:nvSpPr>
        <p:spPr>
          <a:xfrm>
            <a:off x="1296822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6" name="object 116"/>
          <p:cNvSpPr/>
          <p:nvPr userDrawn="1"/>
        </p:nvSpPr>
        <p:spPr>
          <a:xfrm>
            <a:off x="865352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7" name="object 117"/>
          <p:cNvSpPr/>
          <p:nvPr userDrawn="1"/>
        </p:nvSpPr>
        <p:spPr>
          <a:xfrm>
            <a:off x="9045767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8" name="object 118"/>
          <p:cNvSpPr/>
          <p:nvPr userDrawn="1"/>
        </p:nvSpPr>
        <p:spPr>
          <a:xfrm>
            <a:off x="943801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19" name="object 119"/>
          <p:cNvSpPr/>
          <p:nvPr userDrawn="1"/>
        </p:nvSpPr>
        <p:spPr>
          <a:xfrm>
            <a:off x="9830258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0" name="object 120"/>
          <p:cNvSpPr/>
          <p:nvPr userDrawn="1"/>
        </p:nvSpPr>
        <p:spPr>
          <a:xfrm>
            <a:off x="1022250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1" name="object 121"/>
          <p:cNvSpPr/>
          <p:nvPr userDrawn="1"/>
        </p:nvSpPr>
        <p:spPr>
          <a:xfrm>
            <a:off x="1061475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2" name="object 122"/>
          <p:cNvSpPr/>
          <p:nvPr userDrawn="1"/>
        </p:nvSpPr>
        <p:spPr>
          <a:xfrm>
            <a:off x="1100699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3" name="object 123"/>
          <p:cNvSpPr/>
          <p:nvPr userDrawn="1"/>
        </p:nvSpPr>
        <p:spPr>
          <a:xfrm>
            <a:off x="1139924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4" name="object 124"/>
          <p:cNvSpPr/>
          <p:nvPr userDrawn="1"/>
        </p:nvSpPr>
        <p:spPr>
          <a:xfrm>
            <a:off x="11791474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5" name="object 125"/>
          <p:cNvSpPr/>
          <p:nvPr userDrawn="1"/>
        </p:nvSpPr>
        <p:spPr>
          <a:xfrm>
            <a:off x="12183723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6" name="object 126"/>
          <p:cNvSpPr/>
          <p:nvPr userDrawn="1"/>
        </p:nvSpPr>
        <p:spPr>
          <a:xfrm>
            <a:off x="12575984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7" name="object 127"/>
          <p:cNvSpPr/>
          <p:nvPr userDrawn="1"/>
        </p:nvSpPr>
        <p:spPr>
          <a:xfrm>
            <a:off x="12968225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8" name="object 128"/>
          <p:cNvSpPr/>
          <p:nvPr userDrawn="1"/>
        </p:nvSpPr>
        <p:spPr>
          <a:xfrm>
            <a:off x="865352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29" name="object 129"/>
          <p:cNvSpPr/>
          <p:nvPr userDrawn="1"/>
        </p:nvSpPr>
        <p:spPr>
          <a:xfrm>
            <a:off x="904577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0" name="object 130"/>
          <p:cNvSpPr/>
          <p:nvPr userDrawn="1"/>
        </p:nvSpPr>
        <p:spPr>
          <a:xfrm>
            <a:off x="943801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1" name="object 131"/>
          <p:cNvSpPr/>
          <p:nvPr userDrawn="1"/>
        </p:nvSpPr>
        <p:spPr>
          <a:xfrm>
            <a:off x="983025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2" name="object 132"/>
          <p:cNvSpPr/>
          <p:nvPr userDrawn="1"/>
        </p:nvSpPr>
        <p:spPr>
          <a:xfrm>
            <a:off x="1022250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3" name="object 133"/>
          <p:cNvSpPr/>
          <p:nvPr userDrawn="1"/>
        </p:nvSpPr>
        <p:spPr>
          <a:xfrm>
            <a:off x="1061475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4" name="object 134"/>
          <p:cNvSpPr/>
          <p:nvPr userDrawn="1"/>
        </p:nvSpPr>
        <p:spPr>
          <a:xfrm>
            <a:off x="1100699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5" name="object 135"/>
          <p:cNvSpPr/>
          <p:nvPr userDrawn="1"/>
        </p:nvSpPr>
        <p:spPr>
          <a:xfrm>
            <a:off x="1139924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6" name="object 136"/>
          <p:cNvSpPr/>
          <p:nvPr userDrawn="1"/>
        </p:nvSpPr>
        <p:spPr>
          <a:xfrm>
            <a:off x="117914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7" name="object 137"/>
          <p:cNvSpPr/>
          <p:nvPr userDrawn="1"/>
        </p:nvSpPr>
        <p:spPr>
          <a:xfrm>
            <a:off x="12183723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8" name="object 138"/>
          <p:cNvSpPr/>
          <p:nvPr userDrawn="1"/>
        </p:nvSpPr>
        <p:spPr>
          <a:xfrm>
            <a:off x="1257598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39" name="object 139"/>
          <p:cNvSpPr/>
          <p:nvPr userDrawn="1"/>
        </p:nvSpPr>
        <p:spPr>
          <a:xfrm>
            <a:off x="1296822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0" name="object 140"/>
          <p:cNvSpPr/>
          <p:nvPr userDrawn="1"/>
        </p:nvSpPr>
        <p:spPr>
          <a:xfrm>
            <a:off x="884965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1" name="object 141"/>
          <p:cNvSpPr/>
          <p:nvPr userDrawn="1"/>
        </p:nvSpPr>
        <p:spPr>
          <a:xfrm>
            <a:off x="924282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2" name="object 142"/>
          <p:cNvSpPr/>
          <p:nvPr userDrawn="1"/>
        </p:nvSpPr>
        <p:spPr>
          <a:xfrm>
            <a:off x="963599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3" name="object 143"/>
          <p:cNvSpPr/>
          <p:nvPr userDrawn="1"/>
        </p:nvSpPr>
        <p:spPr>
          <a:xfrm>
            <a:off x="100291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4" name="object 144"/>
          <p:cNvSpPr/>
          <p:nvPr userDrawn="1"/>
        </p:nvSpPr>
        <p:spPr>
          <a:xfrm>
            <a:off x="1042233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5" name="object 145"/>
          <p:cNvSpPr/>
          <p:nvPr userDrawn="1"/>
        </p:nvSpPr>
        <p:spPr>
          <a:xfrm>
            <a:off x="1081550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6" name="object 146"/>
          <p:cNvSpPr/>
          <p:nvPr userDrawn="1"/>
        </p:nvSpPr>
        <p:spPr>
          <a:xfrm>
            <a:off x="1120866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7" name="object 147"/>
          <p:cNvSpPr/>
          <p:nvPr userDrawn="1"/>
        </p:nvSpPr>
        <p:spPr>
          <a:xfrm>
            <a:off x="116018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8" name="object 148"/>
          <p:cNvSpPr/>
          <p:nvPr userDrawn="1"/>
        </p:nvSpPr>
        <p:spPr>
          <a:xfrm>
            <a:off x="1199500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49" name="object 149"/>
          <p:cNvSpPr/>
          <p:nvPr userDrawn="1"/>
        </p:nvSpPr>
        <p:spPr>
          <a:xfrm>
            <a:off x="123881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0" name="object 150"/>
          <p:cNvSpPr/>
          <p:nvPr userDrawn="1"/>
        </p:nvSpPr>
        <p:spPr>
          <a:xfrm>
            <a:off x="1278135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1" name="object 151"/>
          <p:cNvSpPr/>
          <p:nvPr userDrawn="1"/>
        </p:nvSpPr>
        <p:spPr>
          <a:xfrm>
            <a:off x="884964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2" name="object 152"/>
          <p:cNvSpPr/>
          <p:nvPr userDrawn="1"/>
        </p:nvSpPr>
        <p:spPr>
          <a:xfrm>
            <a:off x="924281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3" name="object 153"/>
          <p:cNvSpPr/>
          <p:nvPr userDrawn="1"/>
        </p:nvSpPr>
        <p:spPr>
          <a:xfrm>
            <a:off x="9635981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4" name="object 154"/>
          <p:cNvSpPr/>
          <p:nvPr userDrawn="1"/>
        </p:nvSpPr>
        <p:spPr>
          <a:xfrm>
            <a:off x="1002915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5" name="object 155"/>
          <p:cNvSpPr/>
          <p:nvPr userDrawn="1"/>
        </p:nvSpPr>
        <p:spPr>
          <a:xfrm>
            <a:off x="1042233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6" name="object 156"/>
          <p:cNvSpPr/>
          <p:nvPr userDrawn="1"/>
        </p:nvSpPr>
        <p:spPr>
          <a:xfrm>
            <a:off x="10815492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7" name="object 157"/>
          <p:cNvSpPr/>
          <p:nvPr userDrawn="1"/>
        </p:nvSpPr>
        <p:spPr>
          <a:xfrm>
            <a:off x="11208663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8" name="object 158"/>
          <p:cNvSpPr/>
          <p:nvPr userDrawn="1"/>
        </p:nvSpPr>
        <p:spPr>
          <a:xfrm>
            <a:off x="116018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59" name="object 159"/>
          <p:cNvSpPr/>
          <p:nvPr userDrawn="1"/>
        </p:nvSpPr>
        <p:spPr>
          <a:xfrm>
            <a:off x="119950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0" name="object 160"/>
          <p:cNvSpPr/>
          <p:nvPr userDrawn="1"/>
        </p:nvSpPr>
        <p:spPr>
          <a:xfrm>
            <a:off x="12388179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1" name="object 161"/>
          <p:cNvSpPr/>
          <p:nvPr userDrawn="1"/>
        </p:nvSpPr>
        <p:spPr>
          <a:xfrm>
            <a:off x="12781350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2" name="object 162"/>
          <p:cNvSpPr/>
          <p:nvPr userDrawn="1"/>
        </p:nvSpPr>
        <p:spPr>
          <a:xfrm>
            <a:off x="131736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3" name="object 163"/>
          <p:cNvSpPr/>
          <p:nvPr userDrawn="1"/>
        </p:nvSpPr>
        <p:spPr>
          <a:xfrm>
            <a:off x="13360484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4" name="object 164"/>
          <p:cNvSpPr/>
          <p:nvPr userDrawn="1"/>
        </p:nvSpPr>
        <p:spPr>
          <a:xfrm>
            <a:off x="13360484" y="9870259"/>
            <a:ext cx="26438" cy="0"/>
          </a:xfrm>
          <a:custGeom>
            <a:avLst/>
            <a:gdLst/>
            <a:ahLst/>
            <a:cxnLst/>
            <a:rect l="l" t="t" r="r" b="b"/>
            <a:pathLst>
              <a:path w="26438">
                <a:moveTo>
                  <a:pt x="0" y="0"/>
                </a:moveTo>
                <a:lnTo>
                  <a:pt x="2643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5" name="object 165"/>
          <p:cNvSpPr/>
          <p:nvPr userDrawn="1"/>
        </p:nvSpPr>
        <p:spPr>
          <a:xfrm>
            <a:off x="13360484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6" name="object 166"/>
          <p:cNvSpPr/>
          <p:nvPr userDrawn="1"/>
        </p:nvSpPr>
        <p:spPr>
          <a:xfrm>
            <a:off x="131736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7" name="object 167"/>
          <p:cNvSpPr/>
          <p:nvPr userDrawn="1"/>
        </p:nvSpPr>
        <p:spPr>
          <a:xfrm>
            <a:off x="1317361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8" name="object 168"/>
          <p:cNvSpPr/>
          <p:nvPr userDrawn="1"/>
        </p:nvSpPr>
        <p:spPr>
          <a:xfrm>
            <a:off x="846667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69" name="object 169"/>
          <p:cNvSpPr/>
          <p:nvPr userDrawn="1"/>
        </p:nvSpPr>
        <p:spPr>
          <a:xfrm>
            <a:off x="826130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0" name="object 170"/>
          <p:cNvSpPr/>
          <p:nvPr userDrawn="1"/>
        </p:nvSpPr>
        <p:spPr>
          <a:xfrm>
            <a:off x="826130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1" name="object 171"/>
          <p:cNvSpPr/>
          <p:nvPr userDrawn="1"/>
        </p:nvSpPr>
        <p:spPr>
          <a:xfrm>
            <a:off x="826130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2" name="object 172"/>
          <p:cNvSpPr/>
          <p:nvPr userDrawn="1"/>
        </p:nvSpPr>
        <p:spPr>
          <a:xfrm>
            <a:off x="846667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3" name="object 173"/>
          <p:cNvSpPr/>
          <p:nvPr userDrawn="1"/>
        </p:nvSpPr>
        <p:spPr>
          <a:xfrm>
            <a:off x="8466676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4" name="object 174"/>
          <p:cNvSpPr/>
          <p:nvPr userDrawn="1"/>
        </p:nvSpPr>
        <p:spPr>
          <a:xfrm>
            <a:off x="1394882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5" name="object 175"/>
          <p:cNvSpPr/>
          <p:nvPr userDrawn="1"/>
        </p:nvSpPr>
        <p:spPr>
          <a:xfrm>
            <a:off x="1375271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6" name="object 176"/>
          <p:cNvSpPr/>
          <p:nvPr userDrawn="1"/>
        </p:nvSpPr>
        <p:spPr>
          <a:xfrm>
            <a:off x="13752712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7" name="object 177"/>
          <p:cNvSpPr/>
          <p:nvPr userDrawn="1"/>
        </p:nvSpPr>
        <p:spPr>
          <a:xfrm>
            <a:off x="1375271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8" name="object 178"/>
          <p:cNvSpPr/>
          <p:nvPr userDrawn="1"/>
        </p:nvSpPr>
        <p:spPr>
          <a:xfrm>
            <a:off x="1394882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79" name="object 179"/>
          <p:cNvSpPr/>
          <p:nvPr userDrawn="1"/>
        </p:nvSpPr>
        <p:spPr>
          <a:xfrm>
            <a:off x="1394882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0" name="object 180"/>
          <p:cNvSpPr/>
          <p:nvPr userDrawn="1"/>
        </p:nvSpPr>
        <p:spPr>
          <a:xfrm>
            <a:off x="13565861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1" name="object 181"/>
          <p:cNvSpPr/>
          <p:nvPr userDrawn="1"/>
        </p:nvSpPr>
        <p:spPr>
          <a:xfrm>
            <a:off x="13565861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2" name="object 182"/>
          <p:cNvSpPr/>
          <p:nvPr userDrawn="1"/>
        </p:nvSpPr>
        <p:spPr>
          <a:xfrm>
            <a:off x="13565861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3" name="object 183"/>
          <p:cNvSpPr/>
          <p:nvPr userDrawn="1"/>
        </p:nvSpPr>
        <p:spPr>
          <a:xfrm>
            <a:off x="1473324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4" name="object 184"/>
          <p:cNvSpPr/>
          <p:nvPr userDrawn="1"/>
        </p:nvSpPr>
        <p:spPr>
          <a:xfrm>
            <a:off x="15126422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5" name="object 185"/>
          <p:cNvSpPr/>
          <p:nvPr userDrawn="1"/>
        </p:nvSpPr>
        <p:spPr>
          <a:xfrm>
            <a:off x="15519579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6" name="object 186"/>
          <p:cNvSpPr/>
          <p:nvPr userDrawn="1"/>
        </p:nvSpPr>
        <p:spPr>
          <a:xfrm>
            <a:off x="1591276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7" name="object 187"/>
          <p:cNvSpPr/>
          <p:nvPr userDrawn="1"/>
        </p:nvSpPr>
        <p:spPr>
          <a:xfrm>
            <a:off x="16305923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8" name="object 188"/>
          <p:cNvSpPr/>
          <p:nvPr userDrawn="1"/>
        </p:nvSpPr>
        <p:spPr>
          <a:xfrm>
            <a:off x="1669909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89" name="object 189"/>
          <p:cNvSpPr/>
          <p:nvPr userDrawn="1"/>
        </p:nvSpPr>
        <p:spPr>
          <a:xfrm>
            <a:off x="1709225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0" name="object 190"/>
          <p:cNvSpPr/>
          <p:nvPr userDrawn="1"/>
        </p:nvSpPr>
        <p:spPr>
          <a:xfrm>
            <a:off x="17485436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1" name="object 191"/>
          <p:cNvSpPr/>
          <p:nvPr userDrawn="1"/>
        </p:nvSpPr>
        <p:spPr>
          <a:xfrm>
            <a:off x="17878597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2" name="object 192"/>
          <p:cNvSpPr/>
          <p:nvPr userDrawn="1"/>
        </p:nvSpPr>
        <p:spPr>
          <a:xfrm>
            <a:off x="1453711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3" name="object 193"/>
          <p:cNvSpPr/>
          <p:nvPr userDrawn="1"/>
        </p:nvSpPr>
        <p:spPr>
          <a:xfrm>
            <a:off x="1492936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4" name="object 194"/>
          <p:cNvSpPr/>
          <p:nvPr userDrawn="1"/>
        </p:nvSpPr>
        <p:spPr>
          <a:xfrm>
            <a:off x="153216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5" name="object 195"/>
          <p:cNvSpPr/>
          <p:nvPr userDrawn="1"/>
        </p:nvSpPr>
        <p:spPr>
          <a:xfrm>
            <a:off x="1571385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6" name="object 196"/>
          <p:cNvSpPr/>
          <p:nvPr userDrawn="1"/>
        </p:nvSpPr>
        <p:spPr>
          <a:xfrm>
            <a:off x="16106107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7" name="object 197"/>
          <p:cNvSpPr/>
          <p:nvPr userDrawn="1"/>
        </p:nvSpPr>
        <p:spPr>
          <a:xfrm>
            <a:off x="1649834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8" name="object 198"/>
          <p:cNvSpPr/>
          <p:nvPr userDrawn="1"/>
        </p:nvSpPr>
        <p:spPr>
          <a:xfrm>
            <a:off x="1689059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199" name="object 199"/>
          <p:cNvSpPr/>
          <p:nvPr userDrawn="1"/>
        </p:nvSpPr>
        <p:spPr>
          <a:xfrm>
            <a:off x="17282835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0" name="object 200"/>
          <p:cNvSpPr/>
          <p:nvPr userDrawn="1"/>
        </p:nvSpPr>
        <p:spPr>
          <a:xfrm>
            <a:off x="17675076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1" name="object 201"/>
          <p:cNvSpPr/>
          <p:nvPr userDrawn="1"/>
        </p:nvSpPr>
        <p:spPr>
          <a:xfrm>
            <a:off x="18067314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2" name="object 202"/>
          <p:cNvSpPr/>
          <p:nvPr userDrawn="1"/>
        </p:nvSpPr>
        <p:spPr>
          <a:xfrm>
            <a:off x="14537118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3" name="object 203"/>
          <p:cNvSpPr/>
          <p:nvPr userDrawn="1"/>
        </p:nvSpPr>
        <p:spPr>
          <a:xfrm>
            <a:off x="14929369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4" name="object 204"/>
          <p:cNvSpPr/>
          <p:nvPr userDrawn="1"/>
        </p:nvSpPr>
        <p:spPr>
          <a:xfrm>
            <a:off x="15321607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5" name="object 205"/>
          <p:cNvSpPr/>
          <p:nvPr userDrawn="1"/>
        </p:nvSpPr>
        <p:spPr>
          <a:xfrm>
            <a:off x="1571385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6" name="object 206"/>
          <p:cNvSpPr/>
          <p:nvPr userDrawn="1"/>
        </p:nvSpPr>
        <p:spPr>
          <a:xfrm>
            <a:off x="16106097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7" name="object 207"/>
          <p:cNvSpPr/>
          <p:nvPr userDrawn="1"/>
        </p:nvSpPr>
        <p:spPr>
          <a:xfrm>
            <a:off x="16498348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8" name="object 208"/>
          <p:cNvSpPr/>
          <p:nvPr userDrawn="1"/>
        </p:nvSpPr>
        <p:spPr>
          <a:xfrm>
            <a:off x="1689059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09" name="object 209"/>
          <p:cNvSpPr/>
          <p:nvPr userDrawn="1"/>
        </p:nvSpPr>
        <p:spPr>
          <a:xfrm>
            <a:off x="17282825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0" name="object 210"/>
          <p:cNvSpPr/>
          <p:nvPr userDrawn="1"/>
        </p:nvSpPr>
        <p:spPr>
          <a:xfrm>
            <a:off x="17675076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1" name="object 211"/>
          <p:cNvSpPr/>
          <p:nvPr userDrawn="1"/>
        </p:nvSpPr>
        <p:spPr>
          <a:xfrm>
            <a:off x="18067317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2" name="object 212"/>
          <p:cNvSpPr/>
          <p:nvPr userDrawn="1"/>
        </p:nvSpPr>
        <p:spPr>
          <a:xfrm>
            <a:off x="18459576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3" name="object 213"/>
          <p:cNvSpPr/>
          <p:nvPr userDrawn="1"/>
        </p:nvSpPr>
        <p:spPr>
          <a:xfrm>
            <a:off x="18851814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4" name="object 214"/>
          <p:cNvSpPr/>
          <p:nvPr userDrawn="1"/>
        </p:nvSpPr>
        <p:spPr>
          <a:xfrm>
            <a:off x="1453711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5" name="object 215"/>
          <p:cNvSpPr/>
          <p:nvPr userDrawn="1"/>
        </p:nvSpPr>
        <p:spPr>
          <a:xfrm>
            <a:off x="14929369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6" name="object 216"/>
          <p:cNvSpPr/>
          <p:nvPr userDrawn="1"/>
        </p:nvSpPr>
        <p:spPr>
          <a:xfrm>
            <a:off x="1532160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7" name="object 217"/>
          <p:cNvSpPr/>
          <p:nvPr userDrawn="1"/>
        </p:nvSpPr>
        <p:spPr>
          <a:xfrm>
            <a:off x="1571385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8" name="object 218"/>
          <p:cNvSpPr/>
          <p:nvPr userDrawn="1"/>
        </p:nvSpPr>
        <p:spPr>
          <a:xfrm>
            <a:off x="16106107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19" name="object 219"/>
          <p:cNvSpPr/>
          <p:nvPr userDrawn="1"/>
        </p:nvSpPr>
        <p:spPr>
          <a:xfrm>
            <a:off x="1649834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0" name="object 220"/>
          <p:cNvSpPr/>
          <p:nvPr userDrawn="1"/>
        </p:nvSpPr>
        <p:spPr>
          <a:xfrm>
            <a:off x="1689059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1" name="object 221"/>
          <p:cNvSpPr/>
          <p:nvPr userDrawn="1"/>
        </p:nvSpPr>
        <p:spPr>
          <a:xfrm>
            <a:off x="17282835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2" name="object 222"/>
          <p:cNvSpPr/>
          <p:nvPr userDrawn="1"/>
        </p:nvSpPr>
        <p:spPr>
          <a:xfrm>
            <a:off x="1767507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3" name="object 223"/>
          <p:cNvSpPr/>
          <p:nvPr userDrawn="1"/>
        </p:nvSpPr>
        <p:spPr>
          <a:xfrm>
            <a:off x="1806731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4" name="object 224"/>
          <p:cNvSpPr/>
          <p:nvPr userDrawn="1"/>
        </p:nvSpPr>
        <p:spPr>
          <a:xfrm>
            <a:off x="18459576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5" name="object 225"/>
          <p:cNvSpPr/>
          <p:nvPr userDrawn="1"/>
        </p:nvSpPr>
        <p:spPr>
          <a:xfrm>
            <a:off x="18851814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6" name="object 226"/>
          <p:cNvSpPr/>
          <p:nvPr userDrawn="1"/>
        </p:nvSpPr>
        <p:spPr>
          <a:xfrm>
            <a:off x="1473324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7" name="object 227"/>
          <p:cNvSpPr/>
          <p:nvPr userDrawn="1"/>
        </p:nvSpPr>
        <p:spPr>
          <a:xfrm>
            <a:off x="15126422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8" name="object 228"/>
          <p:cNvSpPr/>
          <p:nvPr userDrawn="1"/>
        </p:nvSpPr>
        <p:spPr>
          <a:xfrm>
            <a:off x="1551957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29" name="object 229"/>
          <p:cNvSpPr/>
          <p:nvPr userDrawn="1"/>
        </p:nvSpPr>
        <p:spPr>
          <a:xfrm>
            <a:off x="1591276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0" name="object 230"/>
          <p:cNvSpPr/>
          <p:nvPr userDrawn="1"/>
        </p:nvSpPr>
        <p:spPr>
          <a:xfrm>
            <a:off x="16305923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1" name="object 231"/>
          <p:cNvSpPr/>
          <p:nvPr userDrawn="1"/>
        </p:nvSpPr>
        <p:spPr>
          <a:xfrm>
            <a:off x="1669909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2" name="object 232"/>
          <p:cNvSpPr/>
          <p:nvPr userDrawn="1"/>
        </p:nvSpPr>
        <p:spPr>
          <a:xfrm>
            <a:off x="1709225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3" name="object 233"/>
          <p:cNvSpPr/>
          <p:nvPr userDrawn="1"/>
        </p:nvSpPr>
        <p:spPr>
          <a:xfrm>
            <a:off x="17485436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4" name="object 234"/>
          <p:cNvSpPr/>
          <p:nvPr userDrawn="1"/>
        </p:nvSpPr>
        <p:spPr>
          <a:xfrm>
            <a:off x="17878597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5" name="object 235"/>
          <p:cNvSpPr/>
          <p:nvPr userDrawn="1"/>
        </p:nvSpPr>
        <p:spPr>
          <a:xfrm>
            <a:off x="18271768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6" name="object 236"/>
          <p:cNvSpPr/>
          <p:nvPr userDrawn="1"/>
        </p:nvSpPr>
        <p:spPr>
          <a:xfrm>
            <a:off x="18664939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7" name="object 237"/>
          <p:cNvSpPr/>
          <p:nvPr userDrawn="1"/>
        </p:nvSpPr>
        <p:spPr>
          <a:xfrm>
            <a:off x="1473324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8" name="object 238"/>
          <p:cNvSpPr/>
          <p:nvPr userDrawn="1"/>
        </p:nvSpPr>
        <p:spPr>
          <a:xfrm>
            <a:off x="1512640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39" name="object 239"/>
          <p:cNvSpPr/>
          <p:nvPr userDrawn="1"/>
        </p:nvSpPr>
        <p:spPr>
          <a:xfrm>
            <a:off x="1551957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0" name="object 240"/>
          <p:cNvSpPr/>
          <p:nvPr userDrawn="1"/>
        </p:nvSpPr>
        <p:spPr>
          <a:xfrm>
            <a:off x="1591276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1" name="object 241"/>
          <p:cNvSpPr/>
          <p:nvPr userDrawn="1"/>
        </p:nvSpPr>
        <p:spPr>
          <a:xfrm>
            <a:off x="16305923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2" name="object 242"/>
          <p:cNvSpPr/>
          <p:nvPr userDrawn="1"/>
        </p:nvSpPr>
        <p:spPr>
          <a:xfrm>
            <a:off x="16699094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3" name="object 243"/>
          <p:cNvSpPr/>
          <p:nvPr userDrawn="1"/>
        </p:nvSpPr>
        <p:spPr>
          <a:xfrm>
            <a:off x="1709225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4" name="object 244"/>
          <p:cNvSpPr/>
          <p:nvPr userDrawn="1"/>
        </p:nvSpPr>
        <p:spPr>
          <a:xfrm>
            <a:off x="17485426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5" name="object 245"/>
          <p:cNvSpPr/>
          <p:nvPr userDrawn="1"/>
        </p:nvSpPr>
        <p:spPr>
          <a:xfrm>
            <a:off x="17878597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6" name="object 246"/>
          <p:cNvSpPr/>
          <p:nvPr userDrawn="1"/>
        </p:nvSpPr>
        <p:spPr>
          <a:xfrm>
            <a:off x="18271758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7" name="object 247"/>
          <p:cNvSpPr/>
          <p:nvPr userDrawn="1"/>
        </p:nvSpPr>
        <p:spPr>
          <a:xfrm>
            <a:off x="18664939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8" name="object 248"/>
          <p:cNvSpPr/>
          <p:nvPr userDrawn="1"/>
        </p:nvSpPr>
        <p:spPr>
          <a:xfrm>
            <a:off x="19057210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49" name="object 249"/>
          <p:cNvSpPr/>
          <p:nvPr userDrawn="1"/>
        </p:nvSpPr>
        <p:spPr>
          <a:xfrm>
            <a:off x="19244087" y="10322001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0" name="object 250"/>
          <p:cNvSpPr/>
          <p:nvPr userDrawn="1"/>
        </p:nvSpPr>
        <p:spPr>
          <a:xfrm>
            <a:off x="19244087" y="9870259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1" name="object 251"/>
          <p:cNvSpPr/>
          <p:nvPr userDrawn="1"/>
        </p:nvSpPr>
        <p:spPr>
          <a:xfrm>
            <a:off x="19244087" y="10550318"/>
            <a:ext cx="26428" cy="0"/>
          </a:xfrm>
          <a:custGeom>
            <a:avLst/>
            <a:gdLst/>
            <a:ahLst/>
            <a:cxnLst/>
            <a:rect l="l" t="t" r="r" b="b"/>
            <a:pathLst>
              <a:path w="26428">
                <a:moveTo>
                  <a:pt x="0" y="0"/>
                </a:moveTo>
                <a:lnTo>
                  <a:pt x="26428" y="0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2" name="object 252"/>
          <p:cNvSpPr/>
          <p:nvPr userDrawn="1"/>
        </p:nvSpPr>
        <p:spPr>
          <a:xfrm>
            <a:off x="19057210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3" name="object 253"/>
          <p:cNvSpPr/>
          <p:nvPr userDrawn="1"/>
        </p:nvSpPr>
        <p:spPr>
          <a:xfrm>
            <a:off x="19057210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4" name="object 254"/>
          <p:cNvSpPr/>
          <p:nvPr userDrawn="1"/>
        </p:nvSpPr>
        <p:spPr>
          <a:xfrm>
            <a:off x="1435027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5" name="object 255"/>
          <p:cNvSpPr/>
          <p:nvPr userDrawn="1"/>
        </p:nvSpPr>
        <p:spPr>
          <a:xfrm>
            <a:off x="14144902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6" name="object 256"/>
          <p:cNvSpPr/>
          <p:nvPr userDrawn="1"/>
        </p:nvSpPr>
        <p:spPr>
          <a:xfrm>
            <a:off x="14144902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7" name="object 257"/>
          <p:cNvSpPr/>
          <p:nvPr userDrawn="1"/>
        </p:nvSpPr>
        <p:spPr>
          <a:xfrm>
            <a:off x="14144902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8" name="object 258"/>
          <p:cNvSpPr/>
          <p:nvPr userDrawn="1"/>
        </p:nvSpPr>
        <p:spPr>
          <a:xfrm>
            <a:off x="1435027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59" name="object 259"/>
          <p:cNvSpPr/>
          <p:nvPr userDrawn="1"/>
        </p:nvSpPr>
        <p:spPr>
          <a:xfrm>
            <a:off x="14350265" y="10653874"/>
            <a:ext cx="26438" cy="26428"/>
          </a:xfrm>
          <a:custGeom>
            <a:avLst/>
            <a:gdLst/>
            <a:ahLst/>
            <a:cxnLst/>
            <a:rect l="l" t="t" r="r" b="b"/>
            <a:pathLst>
              <a:path w="26438" h="26428">
                <a:moveTo>
                  <a:pt x="0" y="13214"/>
                </a:moveTo>
                <a:lnTo>
                  <a:pt x="2643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0" name="object 260"/>
          <p:cNvSpPr/>
          <p:nvPr userDrawn="1"/>
        </p:nvSpPr>
        <p:spPr>
          <a:xfrm>
            <a:off x="19449451" y="10194831"/>
            <a:ext cx="26406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1" name="object 261"/>
          <p:cNvSpPr/>
          <p:nvPr userDrawn="1"/>
        </p:nvSpPr>
        <p:spPr>
          <a:xfrm>
            <a:off x="19449451" y="9972985"/>
            <a:ext cx="26406" cy="26438"/>
          </a:xfrm>
          <a:custGeom>
            <a:avLst/>
            <a:gdLst/>
            <a:ahLst/>
            <a:cxnLst/>
            <a:rect l="l" t="t" r="r" b="b"/>
            <a:pathLst>
              <a:path w="26407" h="26438">
                <a:moveTo>
                  <a:pt x="0" y="13219"/>
                </a:moveTo>
                <a:lnTo>
                  <a:pt x="26407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2" name="object 262"/>
          <p:cNvSpPr/>
          <p:nvPr userDrawn="1"/>
        </p:nvSpPr>
        <p:spPr>
          <a:xfrm>
            <a:off x="19449451" y="10653874"/>
            <a:ext cx="26406" cy="26428"/>
          </a:xfrm>
          <a:custGeom>
            <a:avLst/>
            <a:gdLst/>
            <a:ahLst/>
            <a:cxnLst/>
            <a:rect l="l" t="t" r="r" b="b"/>
            <a:pathLst>
              <a:path w="26407" h="26428">
                <a:moveTo>
                  <a:pt x="0" y="13214"/>
                </a:moveTo>
                <a:lnTo>
                  <a:pt x="26407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3" name="object 263"/>
          <p:cNvSpPr/>
          <p:nvPr userDrawn="1"/>
        </p:nvSpPr>
        <p:spPr>
          <a:xfrm>
            <a:off x="728899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4" name="object 264"/>
          <p:cNvSpPr/>
          <p:nvPr userDrawn="1"/>
        </p:nvSpPr>
        <p:spPr>
          <a:xfrm>
            <a:off x="7682174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5" name="object 265"/>
          <p:cNvSpPr/>
          <p:nvPr userDrawn="1"/>
        </p:nvSpPr>
        <p:spPr>
          <a:xfrm>
            <a:off x="708454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6" name="object 266"/>
          <p:cNvSpPr/>
          <p:nvPr userDrawn="1"/>
        </p:nvSpPr>
        <p:spPr>
          <a:xfrm>
            <a:off x="7476788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7" name="object 267"/>
          <p:cNvSpPr/>
          <p:nvPr userDrawn="1"/>
        </p:nvSpPr>
        <p:spPr>
          <a:xfrm>
            <a:off x="7869049" y="1030878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8" name="object 268"/>
          <p:cNvSpPr/>
          <p:nvPr userDrawn="1"/>
        </p:nvSpPr>
        <p:spPr>
          <a:xfrm>
            <a:off x="7084549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69" name="object 269"/>
          <p:cNvSpPr/>
          <p:nvPr userDrawn="1"/>
        </p:nvSpPr>
        <p:spPr>
          <a:xfrm>
            <a:off x="7476788" y="9857041"/>
            <a:ext cx="26428" cy="26438"/>
          </a:xfrm>
          <a:custGeom>
            <a:avLst/>
            <a:gdLst/>
            <a:ahLst/>
            <a:cxnLst/>
            <a:rect l="l" t="t" r="r" b="b"/>
            <a:pathLst>
              <a:path w="26428" h="26438">
                <a:moveTo>
                  <a:pt x="0" y="13219"/>
                </a:moveTo>
                <a:lnTo>
                  <a:pt x="2642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0" name="object 270"/>
          <p:cNvSpPr/>
          <p:nvPr userDrawn="1"/>
        </p:nvSpPr>
        <p:spPr>
          <a:xfrm>
            <a:off x="7869039" y="9857041"/>
            <a:ext cx="26438" cy="26438"/>
          </a:xfrm>
          <a:custGeom>
            <a:avLst/>
            <a:gdLst/>
            <a:ahLst/>
            <a:cxnLst/>
            <a:rect l="l" t="t" r="r" b="b"/>
            <a:pathLst>
              <a:path w="26438" h="26438">
                <a:moveTo>
                  <a:pt x="0" y="13219"/>
                </a:moveTo>
                <a:lnTo>
                  <a:pt x="26438" y="13219"/>
                </a:lnTo>
              </a:path>
            </a:pathLst>
          </a:custGeom>
          <a:ln w="2770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1" name="object 271"/>
          <p:cNvSpPr/>
          <p:nvPr userDrawn="1"/>
        </p:nvSpPr>
        <p:spPr>
          <a:xfrm>
            <a:off x="7084549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2" name="object 272"/>
          <p:cNvSpPr/>
          <p:nvPr userDrawn="1"/>
        </p:nvSpPr>
        <p:spPr>
          <a:xfrm>
            <a:off x="7476788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3" name="object 273"/>
          <p:cNvSpPr/>
          <p:nvPr userDrawn="1"/>
        </p:nvSpPr>
        <p:spPr>
          <a:xfrm>
            <a:off x="7869049" y="1053710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4" name="object 274"/>
          <p:cNvSpPr/>
          <p:nvPr userDrawn="1"/>
        </p:nvSpPr>
        <p:spPr>
          <a:xfrm>
            <a:off x="728899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5" name="object 275"/>
          <p:cNvSpPr/>
          <p:nvPr userDrawn="1"/>
        </p:nvSpPr>
        <p:spPr>
          <a:xfrm>
            <a:off x="7682174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6" name="object 276"/>
          <p:cNvSpPr/>
          <p:nvPr userDrawn="1"/>
        </p:nvSpPr>
        <p:spPr>
          <a:xfrm>
            <a:off x="728899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7" name="object 277"/>
          <p:cNvSpPr/>
          <p:nvPr userDrawn="1"/>
        </p:nvSpPr>
        <p:spPr>
          <a:xfrm>
            <a:off x="7682166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8" name="object 278"/>
          <p:cNvSpPr/>
          <p:nvPr userDrawn="1"/>
        </p:nvSpPr>
        <p:spPr>
          <a:xfrm>
            <a:off x="8074435" y="10194831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79" name="object 279"/>
          <p:cNvSpPr/>
          <p:nvPr userDrawn="1"/>
        </p:nvSpPr>
        <p:spPr>
          <a:xfrm>
            <a:off x="8074435" y="9972995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80" name="object 280"/>
          <p:cNvSpPr/>
          <p:nvPr userDrawn="1"/>
        </p:nvSpPr>
        <p:spPr>
          <a:xfrm>
            <a:off x="8074435" y="10653874"/>
            <a:ext cx="26428" cy="26428"/>
          </a:xfrm>
          <a:custGeom>
            <a:avLst/>
            <a:gdLst/>
            <a:ahLst/>
            <a:cxnLst/>
            <a:rect l="l" t="t" r="r" b="b"/>
            <a:pathLst>
              <a:path w="26428" h="26428">
                <a:moveTo>
                  <a:pt x="0" y="13214"/>
                </a:moveTo>
                <a:lnTo>
                  <a:pt x="26428" y="13214"/>
                </a:lnTo>
              </a:path>
            </a:pathLst>
          </a:custGeom>
          <a:ln w="27698">
            <a:solidFill>
              <a:srgbClr val="7C7C8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00"/>
          </a:p>
        </p:txBody>
      </p:sp>
      <p:sp>
        <p:nvSpPr>
          <p:cNvPr id="281" name="object 282"/>
          <p:cNvSpPr txBox="1"/>
          <p:nvPr userDrawn="1"/>
        </p:nvSpPr>
        <p:spPr>
          <a:xfrm>
            <a:off x="18269676" y="10119363"/>
            <a:ext cx="621576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defTabSz="456788">
              <a:buClrTx/>
              <a:buFontTx/>
              <a:buNone/>
              <a:defRPr/>
            </a:pPr>
            <a:fld id="{518EC216-A14D-D240-A2D4-F477DFC203F5}" type="slidenum">
              <a:rPr lang="pt-BR" sz="1600" kern="1200" smtClean="0">
                <a:solidFill>
                  <a:prstClr val="black">
                    <a:tint val="75000"/>
                  </a:prstClr>
                </a:solidFill>
                <a:latin typeface="Trebuchet MS"/>
                <a:ea typeface="+mn-ea"/>
                <a:cs typeface="Trebuchet MS"/>
              </a:rPr>
              <a:pPr algn="ctr" defTabSz="456788">
                <a:buClrTx/>
                <a:buFontTx/>
                <a:buNone/>
                <a:defRPr/>
              </a:pPr>
              <a:t>‹nº›</a:t>
            </a:fld>
            <a:endParaRPr lang="pt-BR" sz="1600" kern="1200" dirty="0">
              <a:solidFill>
                <a:prstClr val="black">
                  <a:tint val="75000"/>
                </a:prstClr>
              </a:solidFill>
              <a:latin typeface="Trebuchet MS"/>
              <a:ea typeface="+mn-ea"/>
              <a:cs typeface="Trebuchet MS"/>
            </a:endParaRPr>
          </a:p>
        </p:txBody>
      </p:sp>
      <p:pic>
        <p:nvPicPr>
          <p:cNvPr id="282" name="Picture 281" descr="MGGR0001_marca_tipografica_positivo_p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0" y="10109905"/>
            <a:ext cx="1728000" cy="272346"/>
          </a:xfrm>
          <a:prstGeom prst="rect">
            <a:avLst/>
          </a:prstGeom>
        </p:spPr>
      </p:pic>
      <p:sp>
        <p:nvSpPr>
          <p:cNvPr id="284" name="Text Placeholder 285"/>
          <p:cNvSpPr>
            <a:spLocks noGrp="1"/>
          </p:cNvSpPr>
          <p:nvPr>
            <p:ph type="body" sz="quarter" idx="10" hasCustomPrompt="1"/>
          </p:nvPr>
        </p:nvSpPr>
        <p:spPr>
          <a:xfrm>
            <a:off x="7613650" y="2914650"/>
            <a:ext cx="7772400" cy="4724400"/>
          </a:xfrm>
          <a:prstGeom prst="rect">
            <a:avLst/>
          </a:prstGeom>
        </p:spPr>
        <p:txBody>
          <a:bodyPr vert="horz" lIns="150812" tIns="75406" rIns="150812" bIns="75406"/>
          <a:lstStyle>
            <a:lvl1pPr marL="20946" marR="20946" indent="0" algn="l">
              <a:lnSpc>
                <a:spcPct val="122500"/>
              </a:lnSpc>
              <a:buNone/>
              <a:defRPr sz="2300">
                <a:solidFill>
                  <a:srgbClr val="444C4E"/>
                </a:solidFill>
                <a:latin typeface="Trebuchet MS"/>
                <a:cs typeface="Trebuchet MS"/>
              </a:defRPr>
            </a:lvl1pPr>
          </a:lstStyle>
          <a:p>
            <a:pPr marL="12700" marR="12700">
              <a:lnSpc>
                <a:spcPct val="122500"/>
              </a:lnSpc>
            </a:pPr>
            <a:r>
              <a:rPr lang="en-US" sz="2300" spc="-59" dirty="0">
                <a:solidFill>
                  <a:srgbClr val="6E6E6E"/>
                </a:solidFill>
                <a:latin typeface="Trebuchet MS"/>
                <a:cs typeface="Trebuchet MS"/>
              </a:rPr>
              <a:t>Click to add text</a:t>
            </a:r>
            <a:endParaRPr lang="en-US" sz="2300" dirty="0">
              <a:latin typeface="Trebuchet MS"/>
              <a:cs typeface="Trebuchet MS"/>
            </a:endParaRPr>
          </a:p>
        </p:txBody>
      </p:sp>
      <p:sp>
        <p:nvSpPr>
          <p:cNvPr id="288" name="Text Placeholder 286"/>
          <p:cNvSpPr>
            <a:spLocks noGrp="1"/>
          </p:cNvSpPr>
          <p:nvPr>
            <p:ph type="body" sz="quarter" idx="12" hasCustomPrompt="1"/>
          </p:nvPr>
        </p:nvSpPr>
        <p:spPr>
          <a:xfrm>
            <a:off x="1136650" y="552450"/>
            <a:ext cx="18135600" cy="381000"/>
          </a:xfrm>
          <a:prstGeom prst="rect">
            <a:avLst/>
          </a:prstGeom>
        </p:spPr>
        <p:txBody>
          <a:bodyPr vert="horz" lIns="150812" tIns="75406" rIns="150812" bIns="75406"/>
          <a:lstStyle>
            <a:lvl1pPr marL="0" indent="0" algn="l">
              <a:buNone/>
              <a:defRPr sz="1800" b="1" i="0">
                <a:solidFill>
                  <a:srgbClr val="6E6E6E"/>
                </a:solidFill>
                <a:latin typeface="Trebuchet MS"/>
                <a:cs typeface="Trebuchet MS"/>
              </a:defRPr>
            </a:lvl1pPr>
          </a:lstStyle>
          <a:p>
            <a:pPr lvl="0"/>
            <a:r>
              <a:rPr lang="x-none" dirty="0"/>
              <a:t>Click to add section title</a:t>
            </a:r>
            <a:endParaRPr lang="pt-BR" dirty="0"/>
          </a:p>
        </p:txBody>
      </p:sp>
      <p:sp>
        <p:nvSpPr>
          <p:cNvPr id="290" name="Title 288"/>
          <p:cNvSpPr>
            <a:spLocks noGrp="1"/>
          </p:cNvSpPr>
          <p:nvPr>
            <p:ph type="title" hasCustomPrompt="1"/>
          </p:nvPr>
        </p:nvSpPr>
        <p:spPr>
          <a:xfrm>
            <a:off x="2432052" y="2914653"/>
            <a:ext cx="4648199" cy="2133600"/>
          </a:xfrm>
          <a:prstGeom prst="rect">
            <a:avLst/>
          </a:prstGeom>
        </p:spPr>
        <p:txBody>
          <a:bodyPr vert="horz" lIns="150812" tIns="75406" rIns="150812" bIns="75406" anchor="t"/>
          <a:lstStyle>
            <a:lvl1pPr marL="0" indent="0" algn="l">
              <a:buFont typeface="Arial"/>
              <a:buNone/>
              <a:defRPr sz="4200" b="1" i="0">
                <a:solidFill>
                  <a:srgbClr val="5AAF82"/>
                </a:solidFill>
                <a:latin typeface="Trebuchet MS"/>
                <a:cs typeface="Trebuchet MS"/>
              </a:defRPr>
            </a:lvl1pPr>
          </a:lstStyle>
          <a:p>
            <a:r>
              <a:rPr lang="x-none" dirty="0"/>
              <a:t>Click to add title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0742568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Title">
  <p:cSld name="Green Title">
    <p:spTree>
      <p:nvGrpSpPr>
        <p:cNvPr id="1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" name="Shape 2673"/>
          <p:cNvSpPr/>
          <p:nvPr/>
        </p:nvSpPr>
        <p:spPr>
          <a:xfrm>
            <a:off x="-97122" y="-54631"/>
            <a:ext cx="20298344" cy="1141781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120000"/>
                </a:lnTo>
                <a:lnTo>
                  <a:pt x="120000" y="0"/>
                </a:ln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8CCDA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Shape 2674"/>
          <p:cNvSpPr/>
          <p:nvPr/>
        </p:nvSpPr>
        <p:spPr>
          <a:xfrm>
            <a:off x="2261711" y="7319148"/>
            <a:ext cx="453514" cy="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w="62825" cap="flat" cmpd="sng">
            <a:solidFill>
              <a:srgbClr val="784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Shape 2675"/>
          <p:cNvSpPr txBox="1">
            <a:spLocks noGrp="1"/>
          </p:cNvSpPr>
          <p:nvPr>
            <p:ph type="title"/>
          </p:nvPr>
        </p:nvSpPr>
        <p:spPr>
          <a:xfrm>
            <a:off x="2261711" y="6191250"/>
            <a:ext cx="16473485" cy="6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6" name="Shape 2676"/>
          <p:cNvSpPr txBox="1">
            <a:spLocks noGrp="1"/>
          </p:cNvSpPr>
          <p:nvPr>
            <p:ph type="body" idx="1"/>
          </p:nvPr>
        </p:nvSpPr>
        <p:spPr>
          <a:xfrm>
            <a:off x="2261710" y="7791450"/>
            <a:ext cx="164771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4103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54" r:id="rId1"/>
    <p:sldLayoutId id="2147483757" r:id="rId2"/>
    <p:sldLayoutId id="2147483765" r:id="rId3"/>
    <p:sldLayoutId id="2147483659" r:id="rId4"/>
    <p:sldLayoutId id="2147483760" r:id="rId5"/>
    <p:sldLayoutId id="2147483759" r:id="rId6"/>
    <p:sldLayoutId id="2147483671" r:id="rId7"/>
    <p:sldLayoutId id="2147483763" r:id="rId8"/>
    <p:sldLayoutId id="2147483679" r:id="rId9"/>
    <p:sldLayoutId id="2147483758" r:id="rId10"/>
    <p:sldLayoutId id="2147483764" r:id="rId11"/>
    <p:sldLayoutId id="2147483762" r:id="rId12"/>
    <p:sldLayoutId id="2147483683" r:id="rId13"/>
    <p:sldLayoutId id="2147483756" r:id="rId14"/>
    <p:sldLayoutId id="2147483770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9" r:id="rId25"/>
    <p:sldLayoutId id="2147483819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8096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  <p:sldLayoutId id="2147483814" r:id="rId23"/>
    <p:sldLayoutId id="2147483815" r:id="rId24"/>
    <p:sldLayoutId id="2147483816" r:id="rId25"/>
    <p:sldLayoutId id="2147483817" r:id="rId26"/>
    <p:sldLayoutId id="2147483820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Balanço de massa – Campanha Ana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01/03/2021 à 22/06/2021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2364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ANA – Lote 20210301Pa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VALIDAÇÃO DO SILVERSON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420155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600475" y="4094889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882150" y="4609760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620802" y="4094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1ª Separação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Decanter 50g, 8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="" xmlns:a16="http://schemas.microsoft.com/office/drawing/2014/main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415996" y="28345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350643" y="1290071"/>
            <a:ext cx="7550711" cy="679406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20210301Pa - Silverson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630909" y="4609760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5093" y="459930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92,380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5,025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1878733" y="4094888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14160408" y="4599308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35"/>
          <p:cNvCxnSpPr/>
          <p:nvPr/>
        </p:nvCxnSpPr>
        <p:spPr>
          <a:xfrm>
            <a:off x="13009630" y="5295563"/>
            <a:ext cx="0" cy="66365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>
            <a:off x="9902478" y="4609760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35"/>
          <p:cNvCxnSpPr/>
          <p:nvPr/>
        </p:nvCxnSpPr>
        <p:spPr>
          <a:xfrm>
            <a:off x="8733449" y="5295563"/>
            <a:ext cx="0" cy="66365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46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58" name="Espaço Reservado para Texto 1">
            <a:extLst>
              <a:ext uri="{FF2B5EF4-FFF2-40B4-BE49-F238E27FC236}">
                <a16:creationId xmlns="" xmlns:a16="http://schemas.microsoft.com/office/drawing/2014/main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626434" y="7947665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m=1,49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399" b="1" i="1" dirty="0" smtClean="0"/>
              <a:t>30,69%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sp>
        <p:nvSpPr>
          <p:cNvPr id="64" name="Espaço Reservado para Texto 1"/>
          <p:cNvSpPr txBox="1">
            <a:spLocks/>
          </p:cNvSpPr>
          <p:nvPr/>
        </p:nvSpPr>
        <p:spPr>
          <a:xfrm>
            <a:off x="6768628" y="6018338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27,54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2,94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88,90 %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60,47 %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65" name="Espaço Reservado para Texto 1"/>
          <p:cNvSpPr txBox="1">
            <a:spLocks/>
          </p:cNvSpPr>
          <p:nvPr/>
        </p:nvSpPr>
        <p:spPr>
          <a:xfrm>
            <a:off x="10954825" y="6027851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1,09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0,40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60,46 %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8,27 %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Espaço Reservado para Texto 1">
            <a:extLst>
              <a:ext uri="{FF2B5EF4-FFF2-40B4-BE49-F238E27FC236}">
                <a16:creationId xmlns="" xmlns:a16="http://schemas.microsoft.com/office/drawing/2014/main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4730827" y="3719569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47,28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0,028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0,50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0,58%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9350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ANA – Lote 20210510Pa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CAMPO G DO SILVERSON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41377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81611" y="4183524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50 g/l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459939" y="4007731"/>
            <a:ext cx="2721290" cy="163455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DECANTER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800g, 30 L/h e 1000g, 30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 flipH="1">
            <a:off x="7820583" y="5684080"/>
            <a:ext cx="1" cy="79200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0241406" y="4007731"/>
            <a:ext cx="3121802" cy="163455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DECANTER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4000g, 15 L/h e DISCOS 1.713g,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="" xmlns:a16="http://schemas.microsoft.com/office/drawing/2014/main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273307" y="230946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229014" y="1340870"/>
            <a:ext cx="7917310" cy="870187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3244"/>
            <a:r>
              <a:rPr lang="pt-BR" sz="3200" b="1" dirty="0" smtClean="0"/>
              <a:t>20210510Pa - Silverson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22413" y="4726704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532564" y="3562366"/>
            <a:ext cx="2046184" cy="774362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endParaRPr lang="pt-BR" sz="2000" i="1" dirty="0"/>
          </a:p>
        </p:txBody>
      </p:sp>
      <p:sp>
        <p:nvSpPr>
          <p:cNvPr id="58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5445813" y="4759391"/>
            <a:ext cx="2046184" cy="774362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endParaRPr lang="pt-BR" sz="2000" i="1" dirty="0"/>
          </a:p>
        </p:txBody>
      </p:sp>
      <p:sp>
        <p:nvSpPr>
          <p:cNvPr id="70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6345" y="4123906"/>
            <a:ext cx="2715422" cy="2151198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93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0,100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 smtClean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5,0 kg</a:t>
            </a:r>
          </a:p>
          <a:p>
            <a:pPr algn="ctr" defTabSz="753244">
              <a:spcBef>
                <a:spcPts val="0"/>
              </a:spcBef>
            </a:pPr>
            <a:endParaRPr lang="pt-BR" sz="2000" dirty="0" smtClean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 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cxnSp>
        <p:nvCxnSpPr>
          <p:cNvPr id="75" name="Conector de Seta Reta 36"/>
          <p:cNvCxnSpPr>
            <a:cxnSpLocks/>
          </p:cNvCxnSpPr>
          <p:nvPr/>
        </p:nvCxnSpPr>
        <p:spPr>
          <a:xfrm flipV="1">
            <a:off x="9213753" y="4716182"/>
            <a:ext cx="995129" cy="599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6526107" y="8787161"/>
            <a:ext cx="2832410" cy="1248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17" name="Retângulo 116"/>
          <p:cNvSpPr/>
          <p:nvPr/>
        </p:nvSpPr>
        <p:spPr>
          <a:xfrm>
            <a:off x="9047747" y="2983831"/>
            <a:ext cx="264695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6"/>
          <p:cNvCxnSpPr/>
          <p:nvPr/>
        </p:nvCxnSpPr>
        <p:spPr>
          <a:xfrm>
            <a:off x="5482506" y="4694409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12019203" y="5684080"/>
            <a:ext cx="1" cy="79200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36"/>
          <p:cNvCxnSpPr>
            <a:cxnSpLocks/>
          </p:cNvCxnSpPr>
          <p:nvPr/>
        </p:nvCxnSpPr>
        <p:spPr>
          <a:xfrm flipV="1">
            <a:off x="13428256" y="4685021"/>
            <a:ext cx="995129" cy="599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spaço Reservado para Texto 1">
            <a:extLst>
              <a:ext uri="{FF2B5EF4-FFF2-40B4-BE49-F238E27FC236}">
                <a16:creationId xmlns="" xmlns:a16="http://schemas.microsoft.com/office/drawing/2014/main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1,03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</a:t>
            </a:r>
            <a:r>
              <a:rPr lang="pt-BR" sz="2400" b="1" i="1" dirty="0" smtClean="0"/>
              <a:t>= 25,6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sp>
        <p:nvSpPr>
          <p:cNvPr id="54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59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60" name="Espaço Reservado para Texto 1"/>
          <p:cNvSpPr txBox="1">
            <a:spLocks/>
          </p:cNvSpPr>
          <p:nvPr/>
        </p:nvSpPr>
        <p:spPr>
          <a:xfrm>
            <a:off x="5918725" y="6630984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6,84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2,88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54,1 %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71,5 %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63" name="Espaço Reservado para Texto 1"/>
          <p:cNvSpPr txBox="1">
            <a:spLocks/>
          </p:cNvSpPr>
          <p:nvPr/>
        </p:nvSpPr>
        <p:spPr>
          <a:xfrm>
            <a:off x="9902493" y="6629541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0,30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0,084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69,1 %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2,09 %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Espaço Reservado para Texto 1">
            <a:extLst>
              <a:ext uri="{FF2B5EF4-FFF2-40B4-BE49-F238E27FC236}">
                <a16:creationId xmlns="" xmlns:a16="http://schemas.microsoft.com/office/drawing/2014/main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4012103" y="4083674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56,8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0,43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0,82 %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222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ANA – Lote 20210524Pa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75 </a:t>
            </a:r>
            <a:r>
              <a:rPr lang="pt-BR" dirty="0" err="1" smtClean="0"/>
              <a:t>g/L</a:t>
            </a:r>
            <a:r>
              <a:rPr lang="pt-BR" dirty="0" smtClean="0"/>
              <a:t> DO SILVERSON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422688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81611" y="4183524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75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459939" y="4007731"/>
            <a:ext cx="2721290" cy="163455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DECANTER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800g, 30 L/h e 400g, 15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 flipH="1">
            <a:off x="7820583" y="5684080"/>
            <a:ext cx="1" cy="79200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0241406" y="4007731"/>
            <a:ext cx="3121802" cy="163455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DECANTER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4000g, 15 L/h e DISCOS 1.713g,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="" xmlns:a16="http://schemas.microsoft.com/office/drawing/2014/main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227587" y="230946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227587" y="1218169"/>
            <a:ext cx="7917310" cy="870187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3244"/>
            <a:r>
              <a:rPr lang="pt-BR" sz="3200" b="1" dirty="0" smtClean="0"/>
              <a:t>20210524Pa - Silverson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22413" y="4726704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532564" y="3562366"/>
            <a:ext cx="2046184" cy="774362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endParaRPr lang="pt-BR" sz="2000" i="1" dirty="0"/>
          </a:p>
        </p:txBody>
      </p:sp>
      <p:sp>
        <p:nvSpPr>
          <p:cNvPr id="58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5445813" y="4759391"/>
            <a:ext cx="2046184" cy="774362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endParaRPr lang="pt-BR" sz="2000" i="1" dirty="0"/>
          </a:p>
        </p:txBody>
      </p:sp>
      <p:sp>
        <p:nvSpPr>
          <p:cNvPr id="70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6345" y="4123906"/>
            <a:ext cx="2715422" cy="2151198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96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0,100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 smtClean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7,5 kg</a:t>
            </a:r>
          </a:p>
          <a:p>
            <a:pPr algn="ctr" defTabSz="753244">
              <a:spcBef>
                <a:spcPts val="0"/>
              </a:spcBef>
            </a:pPr>
            <a:endParaRPr lang="pt-BR" sz="2000" dirty="0" smtClean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 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cxnSp>
        <p:nvCxnSpPr>
          <p:cNvPr id="75" name="Conector de Seta Reta 36"/>
          <p:cNvCxnSpPr>
            <a:cxnSpLocks/>
          </p:cNvCxnSpPr>
          <p:nvPr/>
        </p:nvCxnSpPr>
        <p:spPr>
          <a:xfrm flipV="1">
            <a:off x="9213753" y="4716182"/>
            <a:ext cx="995129" cy="599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6526107" y="8787161"/>
            <a:ext cx="2832410" cy="1248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17" name="Retângulo 116"/>
          <p:cNvSpPr/>
          <p:nvPr/>
        </p:nvSpPr>
        <p:spPr>
          <a:xfrm>
            <a:off x="9047747" y="2983831"/>
            <a:ext cx="264695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6"/>
          <p:cNvCxnSpPr/>
          <p:nvPr/>
        </p:nvCxnSpPr>
        <p:spPr>
          <a:xfrm>
            <a:off x="5482506" y="4694409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12019203" y="5684080"/>
            <a:ext cx="1" cy="79200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36"/>
          <p:cNvCxnSpPr>
            <a:cxnSpLocks/>
          </p:cNvCxnSpPr>
          <p:nvPr/>
        </p:nvCxnSpPr>
        <p:spPr>
          <a:xfrm flipV="1">
            <a:off x="13428256" y="4685021"/>
            <a:ext cx="995129" cy="599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spaço Reservado para Texto 1">
            <a:extLst>
              <a:ext uri="{FF2B5EF4-FFF2-40B4-BE49-F238E27FC236}">
                <a16:creationId xmlns="" xmlns:a16="http://schemas.microsoft.com/office/drawing/2014/main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0,61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</a:t>
            </a:r>
            <a:r>
              <a:rPr lang="pt-BR" sz="2400" b="1" i="1" dirty="0" smtClean="0"/>
              <a:t>= 8,5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sp>
        <p:nvSpPr>
          <p:cNvPr id="54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59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60" name="Espaço Reservado para Texto 1"/>
          <p:cNvSpPr txBox="1">
            <a:spLocks/>
          </p:cNvSpPr>
          <p:nvPr/>
        </p:nvSpPr>
        <p:spPr>
          <a:xfrm>
            <a:off x="5918725" y="6630984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16,43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6,40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95,2 %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88,5 %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63" name="Espaço Reservado para Texto 1"/>
          <p:cNvSpPr txBox="1">
            <a:spLocks/>
          </p:cNvSpPr>
          <p:nvPr/>
        </p:nvSpPr>
        <p:spPr>
          <a:xfrm>
            <a:off x="9902493" y="6629541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0,155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77,5 %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2,14 %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Espaço Reservado para Texto 1">
            <a:extLst>
              <a:ext uri="{FF2B5EF4-FFF2-40B4-BE49-F238E27FC236}">
                <a16:creationId xmlns="" xmlns:a16="http://schemas.microsoft.com/office/drawing/2014/main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4012103" y="4083674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68,14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0,060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0,48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0,84 %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756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ANA – Lote 20210607Pa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SILVERSON 12 HORAS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33001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81828" y="4108779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>
            <a:stCxn id="5" idx="3"/>
            <a:endCxn id="14" idx="1"/>
          </p:cNvCxnSpPr>
          <p:nvPr/>
        </p:nvCxnSpPr>
        <p:spPr>
          <a:xfrm>
            <a:off x="5463502" y="4679558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202155" y="410877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1ª Separação</a:t>
            </a:r>
          </a:p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400g, 15 L/h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="" xmlns:a16="http://schemas.microsoft.com/office/drawing/2014/main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15591" y="216228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" y="1140624"/>
            <a:ext cx="6236677" cy="805407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20210607Pa - Silverson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269159" y="467878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05003" y="4469879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95,7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10,03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4783" y="4108004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9523221" y="4559795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35"/>
          <p:cNvCxnSpPr/>
          <p:nvPr/>
        </p:nvCxnSpPr>
        <p:spPr>
          <a:xfrm>
            <a:off x="11865620" y="5249561"/>
            <a:ext cx="0" cy="66365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3067181" y="456502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35"/>
          <p:cNvCxnSpPr/>
          <p:nvPr/>
        </p:nvCxnSpPr>
        <p:spPr>
          <a:xfrm>
            <a:off x="8194513" y="5262212"/>
            <a:ext cx="0" cy="66365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1">
            <a:extLst>
              <a:ext uri="{FF2B5EF4-FFF2-40B4-BE49-F238E27FC236}">
                <a16:creationId xmlns="" xmlns:a16="http://schemas.microsoft.com/office/drawing/2014/main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0,25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2,60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sp>
        <p:nvSpPr>
          <p:cNvPr id="28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9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30" name="Espaço Reservado para Texto 1"/>
          <p:cNvSpPr txBox="1">
            <a:spLocks/>
          </p:cNvSpPr>
          <p:nvPr/>
        </p:nvSpPr>
        <p:spPr>
          <a:xfrm>
            <a:off x="6107619" y="6093980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27,09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9,28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93,3%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95,4%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33" name="Espaço Reservado para Texto 1"/>
          <p:cNvSpPr txBox="1">
            <a:spLocks/>
          </p:cNvSpPr>
          <p:nvPr/>
        </p:nvSpPr>
        <p:spPr>
          <a:xfrm>
            <a:off x="10093640" y="6099206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0,80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0,164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77,6%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1,7%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Espaço Reservado para Texto 1">
            <a:extLst>
              <a:ext uri="{FF2B5EF4-FFF2-40B4-BE49-F238E27FC236}">
                <a16:creationId xmlns="" xmlns:a16="http://schemas.microsoft.com/office/drawing/2014/main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610349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65,80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0,46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0,34%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524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ANA – Lote 20210616Pa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SILVERSON 10 HORAS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77018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5106526" y="3938228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7388201" y="4445941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9126853" y="3938228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Decantação Estática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10271994" y="5249258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8186924" y="6308169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32,58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8,96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72,2%</a:t>
            </a: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90,5%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2203210" y="6327686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1,25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0,410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64,5%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4,1%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="" xmlns:a16="http://schemas.microsoft.com/office/drawing/2014/main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247011" y="221423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6344" y="1299286"/>
            <a:ext cx="6113102" cy="576406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20210616Pa - Silverson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063262" y="4454769"/>
            <a:ext cx="2887825" cy="1461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2649481" y="3938228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="" xmlns:a16="http://schemas.microsoft.com/office/drawing/2014/main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5934718" y="3419814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63,39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0,031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0,50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0,32%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11423352" y="4446274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5016446" y="4492607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="" xmlns:a16="http://schemas.microsoft.com/office/drawing/2014/main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6077284" y="7267961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0,5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5,06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4059134" y="5157733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26"/>
          <p:cNvCxnSpPr/>
          <p:nvPr/>
        </p:nvCxnSpPr>
        <p:spPr>
          <a:xfrm rot="5400000" flipH="1" flipV="1">
            <a:off x="9800494" y="3235571"/>
            <a:ext cx="961293" cy="23446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spaço Reservado para Texto 1"/>
          <p:cNvSpPr txBox="1">
            <a:spLocks/>
          </p:cNvSpPr>
          <p:nvPr/>
        </p:nvSpPr>
        <p:spPr>
          <a:xfrm>
            <a:off x="5947816" y="786601"/>
            <a:ext cx="8612246" cy="667059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Recuperação da 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Grafeno A:  0,042 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0,42%</a:t>
            </a:r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Grafeno B: 0,521kg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5,27%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Nanoplaca de Grafite: 8,84 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89,2%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6089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ANA – Lote 20210622Pa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SILVERSON 10 HORAS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914782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Decantação Estática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27,38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1,45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0,406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70,61 %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4,14 %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="" xmlns:a16="http://schemas.microsoft.com/office/drawing/2014/main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20210622Pa - Silverson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39280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="" xmlns:a16="http://schemas.microsoft.com/office/drawing/2014/main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03451" y="3914782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="" xmlns:a16="http://schemas.microsoft.com/office/drawing/2014/main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70,72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0,029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0,42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0,30 %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9477322" y="4422828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="" xmlns:a16="http://schemas.microsoft.com/office/drawing/2014/main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="" xmlns:a16="http://schemas.microsoft.com/office/drawing/2014/main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211310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Balanço de massa – Campanha Duda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20/07/2021 à 24/08/2021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2364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DUDA – Lote 20210720Pa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KonMix 5 HORAS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914782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Decantação Estática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26,15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9,2728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64,18%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93,66%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1,37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0,4805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62,93 %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4,85%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20210720Pa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39280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NH</a:t>
            </a:r>
            <a:r>
              <a:rPr lang="pt-BR" sz="2000" baseline="-25000" dirty="0" smtClean="0"/>
              <a:t>4</a:t>
            </a:r>
            <a:r>
              <a:rPr lang="pt-BR" sz="2000" dirty="0" smtClean="0"/>
              <a:t>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03451" y="3914782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68,32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0,051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0,75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0,52%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9477322" y="4422828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0,10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0,96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211310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DUDA – Lote 20210729Pa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1710" y="6191250"/>
            <a:ext cx="17842389" cy="959827"/>
          </a:xfrm>
        </p:spPr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KonMix 5 HORAS – Decanter 50 L/h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(100g, 50 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15,9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7,70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51%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79,83 %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1,47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0,505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63,86%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5,19 %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20210729Pa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NH</a:t>
            </a:r>
            <a:r>
              <a:rPr lang="pt-BR" sz="2000" baseline="-25000" dirty="0" smtClean="0"/>
              <a:t>4</a:t>
            </a:r>
            <a:r>
              <a:rPr lang="pt-BR" sz="2000" dirty="0" smtClean="0"/>
              <a:t>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867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74,66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0,052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0,72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0,54 %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1,45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14,9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DUDA – Lote 20210810Pa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1711" y="6191250"/>
            <a:ext cx="17842389" cy="1241182"/>
          </a:xfrm>
        </p:spPr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KonMix 5 HORAS – Decanter 30 L/h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(100g, 30 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16,4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7,96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50,67%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80,44 %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B*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1,17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0,403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63,37%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4,08 %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20210810Pa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NH</a:t>
            </a:r>
            <a:r>
              <a:rPr lang="pt-BR" sz="2000" baseline="-25000" dirty="0" smtClean="0"/>
              <a:t>4</a:t>
            </a:r>
            <a:r>
              <a:rPr lang="pt-BR" sz="2000" dirty="0" smtClean="0"/>
              <a:t>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867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55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A*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63,51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0,044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0,67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0,45 %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1,49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15,0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4324118" y="0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 err="1" smtClean="0">
                <a:solidFill>
                  <a:srgbClr val="865486"/>
                </a:solidFill>
              </a:rPr>
              <a:t>Obs</a:t>
            </a:r>
            <a:r>
              <a:rPr lang="pt-BR" sz="2399" b="1" i="1" dirty="0" smtClean="0">
                <a:solidFill>
                  <a:srgbClr val="865486"/>
                </a:solidFill>
              </a:rPr>
              <a:t>*:</a:t>
            </a:r>
            <a:endParaRPr lang="pt-BR" sz="2399" b="1" i="1" dirty="0">
              <a:solidFill>
                <a:srgbClr val="865486"/>
              </a:solidFill>
            </a:endParaRPr>
          </a:p>
          <a:p>
            <a:pPr algn="ctr"/>
            <a:r>
              <a:rPr lang="pt-BR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30 litros da dispersão d01 foram utilizados para teste de vazão na discos. O rendimento de processo foi calculado com base na estimativa de volume total.</a:t>
            </a:r>
            <a:endParaRPr lang="pt-BR" sz="2000" i="1" dirty="0"/>
          </a:p>
        </p:txBody>
      </p: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DUDA – Lote 20210816Pa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KonMix 5 HORAS (NH</a:t>
            </a:r>
            <a:r>
              <a:rPr lang="pt-BR" baseline="-25000" dirty="0" smtClean="0"/>
              <a:t>4</a:t>
            </a:r>
            <a:r>
              <a:rPr lang="pt-BR" dirty="0" smtClean="0"/>
              <a:t>OH)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914782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Decantação Estática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26,87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8,73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54,55%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87,82%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1,29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0,380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68,49 %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3,83%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20210816Pa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39280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NH</a:t>
            </a:r>
            <a:r>
              <a:rPr lang="pt-BR" sz="2000" baseline="-25000" dirty="0" smtClean="0"/>
              <a:t>4</a:t>
            </a:r>
            <a:r>
              <a:rPr lang="pt-BR" sz="2000" dirty="0" smtClean="0"/>
              <a:t>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03451" y="3914782"/>
            <a:ext cx="2356057" cy="124337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64,8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69,7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0,048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0,75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0,49%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9477322" y="4422828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3187647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0,78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7,86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2089658" y="522807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"/>
          <p:cNvSpPr txBox="1">
            <a:spLocks/>
          </p:cNvSpPr>
          <p:nvPr/>
        </p:nvSpPr>
        <p:spPr>
          <a:xfrm>
            <a:off x="4353478" y="950724"/>
            <a:ext cx="8612246" cy="667059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Recuperação da 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Grafeno A:  0,060 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0,61%</a:t>
            </a:r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Grafeno B: 0,461kg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4,64%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Nanoplaca de Grafite: 7,15 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71,9%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cxnSp>
        <p:nvCxnSpPr>
          <p:cNvPr id="21" name="Conector de Seta Reta 26"/>
          <p:cNvCxnSpPr/>
          <p:nvPr/>
        </p:nvCxnSpPr>
        <p:spPr>
          <a:xfrm rot="5400000" flipH="1" flipV="1">
            <a:off x="7798478" y="3352750"/>
            <a:ext cx="1087567" cy="9145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DUDA – Lote 20210818Pa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AUMENTO DE CARGA 100 </a:t>
            </a:r>
            <a:r>
              <a:rPr lang="pt-BR" dirty="0" err="1" smtClean="0"/>
              <a:t>g/L</a:t>
            </a:r>
            <a:r>
              <a:rPr lang="pt-BR" dirty="0" smtClean="0"/>
              <a:t> DO KonMix 5 HORAS (</a:t>
            </a:r>
            <a:r>
              <a:rPr lang="pt-BR" dirty="0" err="1" smtClean="0"/>
              <a:t>NaOH</a:t>
            </a:r>
            <a:r>
              <a:rPr lang="pt-BR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914782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Decantação Estática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23,86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8,71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63,07%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88,3%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1,24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0,373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67,34 %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3,78%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20210818Pa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39280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10,01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03451" y="3914782"/>
            <a:ext cx="2356057" cy="124337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2ª Separação Discos 3600 rpm, 64,8 L/h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66,5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0,050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0,75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0,51%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4" name="Conector de Seta Reta 35"/>
          <p:cNvCxnSpPr/>
          <p:nvPr/>
        </p:nvCxnSpPr>
        <p:spPr>
          <a:xfrm flipV="1">
            <a:off x="9477322" y="4422828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13187647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0,74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7,44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2089658" y="522807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"/>
          <p:cNvSpPr txBox="1">
            <a:spLocks/>
          </p:cNvSpPr>
          <p:nvPr/>
        </p:nvSpPr>
        <p:spPr>
          <a:xfrm>
            <a:off x="4353478" y="950724"/>
            <a:ext cx="8612246" cy="667059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Recuperação da 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Grafeno A:  0,059 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0,60%</a:t>
            </a:r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Grafeno B: 0,444kg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4,50%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Nanoplaca de Grafite: 7,16 kg 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72,5%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cxnSp>
        <p:nvCxnSpPr>
          <p:cNvPr id="21" name="Conector de Seta Reta 26"/>
          <p:cNvCxnSpPr/>
          <p:nvPr/>
        </p:nvCxnSpPr>
        <p:spPr>
          <a:xfrm rot="5400000" flipH="1" flipV="1">
            <a:off x="7798478" y="3352750"/>
            <a:ext cx="1087567" cy="9145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CAMPANHA DUDA – Lote 20210824Pa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1710" y="6191250"/>
            <a:ext cx="17842389" cy="959827"/>
          </a:xfrm>
        </p:spPr>
        <p:txBody>
          <a:bodyPr/>
          <a:lstStyle/>
          <a:p>
            <a:r>
              <a:rPr lang="pt-BR" dirty="0" smtClean="0"/>
              <a:t>LOTE 50 </a:t>
            </a:r>
            <a:r>
              <a:rPr lang="pt-BR" dirty="0" err="1" smtClean="0"/>
              <a:t>g/L</a:t>
            </a:r>
            <a:r>
              <a:rPr lang="pt-BR" dirty="0" smtClean="0"/>
              <a:t> KonMix 24 HORAS – Decanter/Decanter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50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(50g, 8L/h)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7,1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2,86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59.27%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60,86 %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1,68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0,279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81,97%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5,95 %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20210824Pa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5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867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Decanter (4000g, 8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76,22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0,038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0,50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0,81%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1,52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32,4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 – Lote 20210927Pb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1710" y="6191250"/>
            <a:ext cx="17842389" cy="959827"/>
          </a:xfrm>
        </p:spPr>
        <p:txBody>
          <a:bodyPr/>
          <a:lstStyle/>
          <a:p>
            <a:r>
              <a:rPr lang="pt-BR" dirty="0" smtClean="0"/>
              <a:t>LOTE 100 </a:t>
            </a:r>
            <a:r>
              <a:rPr lang="pt-BR" dirty="0" err="1" smtClean="0"/>
              <a:t>g/L</a:t>
            </a:r>
            <a:r>
              <a:rPr lang="pt-BR" dirty="0" smtClean="0"/>
              <a:t> KonMix 88 HORAS – Estática/Discos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Estática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22,84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5,72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74.48%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58,08 %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3,65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1,27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62,10%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12,96 %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20210729Pb – KonMix : Duas adições extras de aditivo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5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867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Discos 3600</a:t>
            </a:r>
            <a:r>
              <a:rPr lang="pt-BR" sz="2400" b="1" dirty="0">
                <a:latin typeface="Trebuchet MS" panose="020B0603020202020204" pitchFamily="34" charset="0"/>
              </a:rPr>
              <a:t> </a:t>
            </a:r>
            <a:r>
              <a:rPr lang="pt-BR" sz="2400" b="1" dirty="0" err="1" smtClean="0">
                <a:latin typeface="Trebuchet MS" panose="020B0603020202020204" pitchFamily="34" charset="0"/>
              </a:rPr>
              <a:t>rpm</a:t>
            </a:r>
            <a:r>
              <a:rPr lang="pt-BR" sz="2400" b="1" dirty="0" smtClean="0">
                <a:latin typeface="Trebuchet MS" panose="020B0603020202020204" pitchFamily="34" charset="0"/>
              </a:rPr>
              <a:t>, 55 L/h</a:t>
            </a: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65,61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0,222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3,41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2,26%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2,63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26,7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– Lote 20210927Pa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1710" y="6191250"/>
            <a:ext cx="17842389" cy="959827"/>
          </a:xfrm>
        </p:spPr>
        <p:txBody>
          <a:bodyPr/>
          <a:lstStyle/>
          <a:p>
            <a:r>
              <a:rPr lang="pt-BR" dirty="0" smtClean="0"/>
              <a:t>LOTE 50 </a:t>
            </a:r>
            <a:r>
              <a:rPr lang="pt-BR" dirty="0" err="1" smtClean="0"/>
              <a:t>g/L</a:t>
            </a:r>
            <a:r>
              <a:rPr lang="pt-BR" dirty="0" smtClean="0"/>
              <a:t> KonMix 24 HORAS – Decanter/Decanter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50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(50g, 8L/h)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7,2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2,99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58,00 %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60,76 %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1,71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0,272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82,91%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5,53 %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20210927Pa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5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867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Decanter (4000g, 8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85,92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0,034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0,37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0,70%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1,63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33,0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– Lote 20211004Pa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1710" y="6191250"/>
            <a:ext cx="17842389" cy="959827"/>
          </a:xfrm>
        </p:spPr>
        <p:txBody>
          <a:bodyPr/>
          <a:lstStyle/>
          <a:p>
            <a:r>
              <a:rPr lang="pt-BR" dirty="0" smtClean="0"/>
              <a:t>LOTE 50 </a:t>
            </a:r>
            <a:r>
              <a:rPr lang="pt-BR" dirty="0" err="1" smtClean="0"/>
              <a:t>g/L</a:t>
            </a:r>
            <a:r>
              <a:rPr lang="pt-BR" dirty="0" smtClean="0"/>
              <a:t> KonMix 24 HORAS – Decanter/Decanter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5522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50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(50g, 8L/h)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7,9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3,08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60,28 %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62,60 %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1,43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0,230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82,59%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4,67 %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20211004Pa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5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867889"/>
            <a:ext cx="2281675" cy="1141557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Decanter (4000g, 8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78,48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0,55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0,80%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1,63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33,0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Balanço de massa – Campanha Nicolas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25/10/2021 à 06/12/2021</a:t>
            </a:r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2364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13,6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7,92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41,34%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80,34 %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1,08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0,353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65,20%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3,58 %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20211025Pa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81,81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0,60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0,50%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1,54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15,6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14,3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8,10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42,81%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82,06 %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0,315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72,30%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3,19 %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20211116Pa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82,26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0,041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0,51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0,42%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1,42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14,3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15,8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8,66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44,54%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87,63 %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1,11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0,333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67,54%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3,38 %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20211122Pa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82,93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0,58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0,50 %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0,84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8,50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15,7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8,21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47,16%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82,88 %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1,19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0,495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55,89%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5,00 %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20211124Pa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81,87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0,58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0,50 %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1,15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11,63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16,6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9,35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43,09%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94,45 %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0,343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67,57%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3,47 %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20211129Pa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82,16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0,049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0,56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0,50 %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0,16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1,58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 15,7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8,75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43,88%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88,40 %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1,2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0,391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65,16%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3,95 %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20211201Pa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80,87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0,032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0,45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0,33 %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0,73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7,32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15,2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8,76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42,11 %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88,43 %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0,351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66,18 %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3,54 %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20211206Pa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81,31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0,048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0,63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0,49 %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0,75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= </a:t>
            </a:r>
            <a:r>
              <a:rPr lang="pt-BR" sz="2400" b="1" i="1" dirty="0" smtClean="0"/>
              <a:t> 7,54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15,21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8,67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42,55 %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87,55 %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1,14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0,334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68,83 %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3,38 %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/>
            <a:r>
              <a:rPr lang="pt-BR" sz="3200" b="1" dirty="0" smtClean="0"/>
              <a:t>20211214Pa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80,77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0,048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0,60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0,49 %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0,85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</a:t>
            </a:r>
            <a:r>
              <a:rPr lang="pt-BR" sz="2400" b="1" i="1" dirty="0" smtClean="0"/>
              <a:t>= 8,59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16,21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8,73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45,67 %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91,62 %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1,11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0,336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67,48 %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3,38 %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5938754" cy="77664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3244"/>
            <a:r>
              <a:rPr lang="pt-BR" sz="3200" b="1" dirty="0" smtClean="0"/>
              <a:t>20220118Pa - KonMix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81,35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0,040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0,52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0,41 %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>
                <a:solidFill>
                  <a:srgbClr val="865486"/>
                </a:solidFill>
              </a:rPr>
              <a:t>Perda Mássica Total</a:t>
            </a: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0,83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</a:t>
            </a:r>
            <a:r>
              <a:rPr lang="pt-BR" sz="2400" b="1" i="1" dirty="0" smtClean="0"/>
              <a:t>= 8,38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14,57 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7,61 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47,24 %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76,58 %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2,20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0,677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66,83 %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6,82 %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13887000" cy="823535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3244"/>
            <a:r>
              <a:rPr lang="pt-BR" sz="3200" b="1" dirty="0" smtClean="0"/>
              <a:t>20220208Pa – KonMix, 23 hrs, adição de aditivo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82,66 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0,1074 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1,32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1,08 %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 smtClean="0">
                <a:solidFill>
                  <a:srgbClr val="865486"/>
                </a:solidFill>
              </a:rPr>
              <a:t>* Perda </a:t>
            </a:r>
            <a:r>
              <a:rPr lang="pt-BR" sz="2399" b="1" i="1" dirty="0">
                <a:solidFill>
                  <a:srgbClr val="865486"/>
                </a:solidFill>
              </a:rPr>
              <a:t>Mássica </a:t>
            </a:r>
            <a:r>
              <a:rPr lang="pt-BR" sz="2399" b="1" i="1" dirty="0" smtClean="0">
                <a:solidFill>
                  <a:srgbClr val="865486"/>
                </a:solidFill>
              </a:rPr>
              <a:t>Total </a:t>
            </a:r>
            <a:endParaRPr lang="pt-BR" sz="2399" b="1" i="1" dirty="0">
              <a:solidFill>
                <a:srgbClr val="865486"/>
              </a:solidFill>
            </a:endParaRP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1,54 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</a:t>
            </a:r>
            <a:r>
              <a:rPr lang="pt-BR" sz="2400" b="1" i="1" dirty="0" smtClean="0"/>
              <a:t>= 15,52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16641393" y="0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999" b="1" i="1" dirty="0" smtClean="0"/>
              <a:t>*</a:t>
            </a:r>
            <a:r>
              <a:rPr lang="pt-BR" sz="1999" i="1" dirty="0" smtClean="0"/>
              <a:t> vazamento da dispersão devido teste G-Scan</a:t>
            </a:r>
            <a:endParaRPr lang="pt-BR" sz="1999" i="1" dirty="0"/>
          </a:p>
        </p:txBody>
      </p: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160496" y="3914782"/>
            <a:ext cx="2281675" cy="1141557"/>
          </a:xfrm>
          <a:prstGeom prst="rect">
            <a:avLst/>
          </a:prstGeom>
          <a:solidFill>
            <a:srgbClr val="5A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>
                <a:latin typeface="Trebuchet MS" panose="020B0603020202020204" pitchFamily="34" charset="0"/>
              </a:rPr>
              <a:t>Módulo de </a:t>
            </a:r>
            <a:r>
              <a:rPr lang="pt-BR" sz="2400" b="1" dirty="0" smtClean="0">
                <a:latin typeface="Trebuchet MS" panose="020B0603020202020204" pitchFamily="34" charset="0"/>
              </a:rPr>
              <a:t>Conversão</a:t>
            </a:r>
          </a:p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100 </a:t>
            </a:r>
            <a:r>
              <a:rPr lang="pt-BR" sz="2400" b="1" dirty="0" err="1" smtClean="0">
                <a:latin typeface="Trebuchet MS" panose="020B0603020202020204" pitchFamily="34" charset="0"/>
              </a:rPr>
              <a:t>g/L</a:t>
            </a:r>
            <a:endParaRPr lang="pt-BR" sz="2400" b="1" dirty="0" smtClean="0">
              <a:latin typeface="Trebuchet MS" panose="020B0603020202020204" pitchFamily="34" charset="0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5442171" y="4422495"/>
            <a:ext cx="1738652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7180823" y="3797551"/>
            <a:ext cx="2478992" cy="131371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Decanter (300g, 75L/h)</a:t>
            </a:r>
            <a:endParaRPr lang="pt-BR" sz="2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8325964" y="5225812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Espaço Reservado para Texto 1"/>
          <p:cNvSpPr txBox="1">
            <a:spLocks/>
          </p:cNvSpPr>
          <p:nvPr/>
        </p:nvSpPr>
        <p:spPr>
          <a:xfrm>
            <a:off x="6240894" y="6284723"/>
            <a:ext cx="3986021" cy="393894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pt-BR"/>
            </a:defPPr>
            <a:lvl1pPr indent="0" algn="r" defTabSz="457200">
              <a:spcBef>
                <a:spcPct val="20000"/>
              </a:spcBef>
              <a:buFont typeface="Arial"/>
              <a:buNone/>
              <a:defRPr sz="1273" i="1">
                <a:solidFill>
                  <a:srgbClr val="444C4E"/>
                </a:solidFill>
                <a:latin typeface="Trebuchet MS"/>
                <a:cs typeface="Trebuchet MS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algn="ctr"/>
            <a:r>
              <a:rPr lang="pt-BR" sz="2400" b="1" dirty="0" smtClean="0">
                <a:solidFill>
                  <a:srgbClr val="784178"/>
                </a:solidFill>
              </a:rPr>
              <a:t>Nanoplaca de Grafite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15,82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kg</a:t>
            </a: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8,58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kg</a:t>
            </a:r>
            <a:endParaRPr lang="pt-BR" sz="240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45,23 </a:t>
            </a:r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86,42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400" b="1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sz="2400" b="1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i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sz="240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</a:t>
            </a:r>
            <a:endParaRPr lang="pt-BR" sz="240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sz="2400" b="1" dirty="0">
              <a:solidFill>
                <a:srgbClr val="784178"/>
              </a:solidFill>
            </a:endParaRPr>
          </a:p>
        </p:txBody>
      </p:sp>
      <p:sp>
        <p:nvSpPr>
          <p:cNvPr id="40" name="Espaço Reservado para Texto 1"/>
          <p:cNvSpPr txBox="1">
            <a:spLocks/>
          </p:cNvSpPr>
          <p:nvPr/>
        </p:nvSpPr>
        <p:spPr>
          <a:xfrm>
            <a:off x="10257180" y="6304240"/>
            <a:ext cx="4109610" cy="579411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B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1,40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0,474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Teor umidade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64,18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RP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4,77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b="0" i="0" strike="sngStrik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Shape 11754">
            <a:extLst>
              <a:ext uri="{FF2B5EF4-FFF2-40B4-BE49-F238E27FC236}">
                <a16:creationId xmlns:a16="http://schemas.microsoft.com/office/drawing/2014/main" xmlns="" id="{1C6DDCAE-2D04-4140-A79E-7446BD4C9FCA}"/>
              </a:ext>
            </a:extLst>
          </p:cNvPr>
          <p:cNvSpPr txBox="1">
            <a:spLocks/>
          </p:cNvSpPr>
          <p:nvPr/>
        </p:nvSpPr>
        <p:spPr>
          <a:xfrm>
            <a:off x="327664" y="203944"/>
            <a:ext cx="16634906" cy="9243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328" tIns="45651" rIns="91328" bIns="45651" rtlCol="0" anchor="t" anchorCtr="0">
            <a:noAutofit/>
          </a:bodyPr>
          <a:lstStyle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F82"/>
              </a:buClr>
              <a:buSzPts val="4200"/>
              <a:buFont typeface="Arial"/>
              <a:buNone/>
              <a:defRPr sz="2546" b="1" i="0" u="none" strike="noStrike" kern="1200" cap="none">
                <a:solidFill>
                  <a:srgbClr val="5AAF8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9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4600" dirty="0"/>
              <a:t>Balanço de </a:t>
            </a:r>
            <a:r>
              <a:rPr lang="pt-BR" sz="4600" dirty="0" smtClean="0"/>
              <a:t>massa</a:t>
            </a:r>
            <a:endParaRPr lang="pt-BR" sz="4600" dirty="0"/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110354" y="1216280"/>
            <a:ext cx="13887000" cy="823535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3244"/>
            <a:r>
              <a:rPr lang="pt-BR" sz="3200" b="1" dirty="0" smtClean="0"/>
              <a:t>20220214Pa </a:t>
            </a:r>
            <a:r>
              <a:rPr lang="pt-BR" sz="3200" b="1" dirty="0" smtClean="0"/>
              <a:t>– KonMix, </a:t>
            </a:r>
            <a:r>
              <a:rPr lang="pt-BR" sz="3200" b="1" dirty="0" smtClean="0"/>
              <a:t>2 recuperações</a:t>
            </a:r>
            <a:endParaRPr lang="pt-BR" sz="3200" b="1" dirty="0"/>
          </a:p>
        </p:txBody>
      </p:sp>
      <p:cxnSp>
        <p:nvCxnSpPr>
          <p:cNvPr id="32" name="Conector de Seta Reta 6"/>
          <p:cNvCxnSpPr/>
          <p:nvPr/>
        </p:nvCxnSpPr>
        <p:spPr>
          <a:xfrm>
            <a:off x="2115835" y="4422495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ço Reservado para Texto 1">
            <a:extLst>
              <a:ext uri="{FF2B5EF4-FFF2-40B4-BE49-F238E27FC236}">
                <a16:creationId xmlns:a16="http://schemas.microsoft.com/office/drawing/2014/main" xmlns="" id="{2D5880D6-FBE7-4814-A615-FCAB68635FB0}"/>
              </a:ext>
            </a:extLst>
          </p:cNvPr>
          <p:cNvSpPr txBox="1">
            <a:spLocks/>
          </p:cNvSpPr>
          <p:nvPr/>
        </p:nvSpPr>
        <p:spPr>
          <a:xfrm>
            <a:off x="-181324" y="4781678"/>
            <a:ext cx="2902557" cy="891823"/>
          </a:xfrm>
          <a:prstGeom prst="rect">
            <a:avLst/>
          </a:prstGeom>
        </p:spPr>
        <p:txBody>
          <a:bodyPr vert="horz" lIns="150812" tIns="75406" rIns="150812" bIns="75406" anchor="ctr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Água 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100 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Aditivo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0,1 kg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err="1" smtClean="0"/>
              <a:t>NaOH</a:t>
            </a:r>
            <a:endParaRPr lang="pt-BR" sz="2000" dirty="0"/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+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Grafite</a:t>
            </a:r>
          </a:p>
          <a:p>
            <a:pPr algn="ctr" defTabSz="753244">
              <a:spcBef>
                <a:spcPts val="0"/>
              </a:spcBef>
            </a:pPr>
            <a:r>
              <a:rPr lang="pt-BR" sz="2000" dirty="0" smtClean="0"/>
              <a:t>10 kg</a:t>
            </a:r>
          </a:p>
          <a:p>
            <a:pPr algn="ctr" defTabSz="753244"/>
            <a:r>
              <a:rPr lang="pt-BR" sz="2000" i="1" dirty="0" smtClean="0"/>
              <a:t> </a:t>
            </a:r>
            <a:endParaRPr lang="pt-BR" sz="2000" i="1" dirty="0"/>
          </a:p>
        </p:txBody>
      </p:sp>
      <p:sp>
        <p:nvSpPr>
          <p:cNvPr id="31" name="Retângulo 30"/>
          <p:cNvSpPr/>
          <p:nvPr/>
        </p:nvSpPr>
        <p:spPr>
          <a:xfrm>
            <a:off x="10726898" y="3727939"/>
            <a:ext cx="2285717" cy="1312984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812" tIns="75406" rIns="150812" bIns="75406" rtlCol="0" anchor="ctr"/>
          <a:lstStyle/>
          <a:p>
            <a:pPr algn="ctr"/>
            <a:r>
              <a:rPr lang="pt-BR" sz="2400" b="1" dirty="0" smtClean="0">
                <a:latin typeface="Trebuchet MS" panose="020B0603020202020204" pitchFamily="34" charset="0"/>
              </a:rPr>
              <a:t> Discos (3600rpm, 55  L/h)</a:t>
            </a:r>
            <a:endParaRPr lang="pt-BR" sz="2400" b="1" dirty="0">
              <a:latin typeface="Trebuchet MS" panose="020B0603020202020204" pitchFamily="34" charset="0"/>
            </a:endParaRP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xmlns="" id="{E3748C43-9B02-403F-A5FA-3C76045CDE76}"/>
              </a:ext>
            </a:extLst>
          </p:cNvPr>
          <p:cNvSpPr txBox="1">
            <a:spLocks/>
          </p:cNvSpPr>
          <p:nvPr/>
        </p:nvSpPr>
        <p:spPr>
          <a:xfrm>
            <a:off x="13988688" y="3396368"/>
            <a:ext cx="3740223" cy="506108"/>
          </a:xfrm>
          <a:prstGeom prst="rect">
            <a:avLst/>
          </a:prstGeom>
        </p:spPr>
        <p:txBody>
          <a:bodyPr vert="horz" lIns="150812" tIns="75406" rIns="150812" bIns="75406"/>
          <a:lstStyle>
            <a:defPPr>
              <a:defRPr lang="en-US"/>
            </a:defPPr>
            <a:lvl1pPr indent="0" algn="ctr">
              <a:spcBef>
                <a:spcPct val="20000"/>
              </a:spcBef>
              <a:buFont typeface="Arial"/>
              <a:buNone/>
              <a:defRPr sz="2400" b="1" i="1">
                <a:solidFill>
                  <a:srgbClr val="784178"/>
                </a:solidFill>
                <a:latin typeface="Trebuchet MS"/>
                <a:cs typeface="Trebuchet MS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pt-BR" dirty="0" smtClean="0"/>
              <a:t>Grafeno A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Total: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150,9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kg</a:t>
            </a:r>
          </a:p>
          <a:p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Sólidos: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0,045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kg</a:t>
            </a:r>
            <a:endParaRPr lang="pt-BR" b="0" i="0" strike="sngStrike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Gravimetria: 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0,34</a:t>
            </a:r>
            <a:r>
              <a:rPr lang="pt-BR" b="0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="0" i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g/L</a:t>
            </a:r>
            <a:endParaRPr lang="pt-BR" b="0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457200"/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RP: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0,46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i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pt-BR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13070416" y="4469161"/>
            <a:ext cx="1140839" cy="10452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7395948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b="1" i="1" dirty="0"/>
              <a:t>Rendimentos Base Grafite</a:t>
            </a:r>
          </a:p>
        </p:txBody>
      </p:sp>
      <p:sp>
        <p:nvSpPr>
          <p:cNvPr id="26" name="Espaço Reservado para Texto 1">
            <a:extLst>
              <a:ext uri="{FF2B5EF4-FFF2-40B4-BE49-F238E27FC236}">
                <a16:creationId xmlns:a16="http://schemas.microsoft.com/office/drawing/2014/main" xmlns="" id="{D41686BF-A2C5-45D6-A0A2-8604E0D50BB3}"/>
              </a:ext>
            </a:extLst>
          </p:cNvPr>
          <p:cNvSpPr txBox="1">
            <a:spLocks/>
          </p:cNvSpPr>
          <p:nvPr/>
        </p:nvSpPr>
        <p:spPr>
          <a:xfrm>
            <a:off x="6345" y="8157467"/>
            <a:ext cx="2955177" cy="70150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999" i="1" dirty="0"/>
              <a:t>RP% = rendimento</a:t>
            </a:r>
          </a:p>
          <a:p>
            <a:pPr algn="r"/>
            <a:r>
              <a:rPr lang="pt-BR" sz="1999" i="1" dirty="0"/>
              <a:t>de Processo</a:t>
            </a:r>
          </a:p>
        </p:txBody>
      </p:sp>
      <p:sp>
        <p:nvSpPr>
          <p:cNvPr id="28" name="Espaço Reservado para Texto 1">
            <a:extLst>
              <a:ext uri="{FF2B5EF4-FFF2-40B4-BE49-F238E27FC236}">
                <a16:creationId xmlns:a16="http://schemas.microsoft.com/office/drawing/2014/main" xmlns="" id="{5B02E0C3-ABCC-4F67-907A-62069C0D29AC}"/>
              </a:ext>
            </a:extLst>
          </p:cNvPr>
          <p:cNvSpPr txBox="1">
            <a:spLocks/>
          </p:cNvSpPr>
          <p:nvPr/>
        </p:nvSpPr>
        <p:spPr>
          <a:xfrm>
            <a:off x="15414365" y="7291407"/>
            <a:ext cx="4026816" cy="910585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300" kern="1200">
                <a:solidFill>
                  <a:srgbClr val="444C4E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399" b="1" i="1" dirty="0" smtClean="0">
                <a:solidFill>
                  <a:srgbClr val="865486"/>
                </a:solidFill>
              </a:rPr>
              <a:t>Perda </a:t>
            </a:r>
            <a:r>
              <a:rPr lang="pt-BR" sz="2399" b="1" i="1" dirty="0">
                <a:solidFill>
                  <a:srgbClr val="865486"/>
                </a:solidFill>
              </a:rPr>
              <a:t>Mássica </a:t>
            </a:r>
            <a:r>
              <a:rPr lang="pt-BR" sz="2399" b="1" i="1" dirty="0" smtClean="0">
                <a:solidFill>
                  <a:srgbClr val="865486"/>
                </a:solidFill>
              </a:rPr>
              <a:t>Total </a:t>
            </a:r>
            <a:endParaRPr lang="pt-BR" sz="2399" b="1" i="1" dirty="0">
              <a:solidFill>
                <a:srgbClr val="865486"/>
              </a:solidFill>
            </a:endParaRPr>
          </a:p>
          <a:p>
            <a:pPr algn="ctr"/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m=  </a:t>
            </a:r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0,83</a:t>
            </a:r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99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kg</a:t>
            </a:r>
            <a:endParaRPr lang="pt-BR" sz="2399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2400" b="1" i="1" dirty="0"/>
              <a:t>p% </a:t>
            </a:r>
            <a:r>
              <a:rPr lang="pt-BR" sz="2400" b="1" i="1" dirty="0" smtClean="0"/>
              <a:t>= </a:t>
            </a:r>
            <a:r>
              <a:rPr lang="pt-BR" sz="2400" b="1" i="1" dirty="0" smtClean="0"/>
              <a:t>8,36</a:t>
            </a:r>
            <a:r>
              <a:rPr lang="pt-BR" sz="2400" b="1" i="1" dirty="0" smtClean="0"/>
              <a:t> </a:t>
            </a:r>
            <a:r>
              <a:rPr lang="pt-BR" sz="2399" b="1" i="1" dirty="0" smtClean="0"/>
              <a:t>% </a:t>
            </a:r>
            <a:endParaRPr lang="pt-BR" sz="2399" b="1" i="1" dirty="0"/>
          </a:p>
          <a:p>
            <a:pPr algn="ctr"/>
            <a:r>
              <a:rPr lang="pt-BR" sz="2399" b="1" i="1" dirty="0">
                <a:solidFill>
                  <a:schemeClr val="bg1">
                    <a:lumMod val="65000"/>
                  </a:schemeClr>
                </a:solidFill>
              </a:rPr>
              <a:t>(com base na massa de grafite inicial)</a:t>
            </a:r>
            <a:endParaRPr lang="pt-BR" sz="2400" b="1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pt-BR" sz="2399" i="1" dirty="0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11995874" y="5134287"/>
            <a:ext cx="1700" cy="1078428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6"/>
          <p:cNvCxnSpPr/>
          <p:nvPr/>
        </p:nvCxnSpPr>
        <p:spPr>
          <a:xfrm>
            <a:off x="9700666" y="4410772"/>
            <a:ext cx="912669" cy="0"/>
          </a:xfrm>
          <a:prstGeom prst="straightConnector1">
            <a:avLst/>
          </a:prstGeom>
          <a:ln w="31750" cap="flat">
            <a:solidFill>
              <a:schemeClr val="tx1">
                <a:lumMod val="75000"/>
                <a:lumOff val="25000"/>
              </a:schemeClr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097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ographene Green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eographene Green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43790</TotalTime>
  <Words>3699</Words>
  <Application>Microsoft Office PowerPoint</Application>
  <PresentationFormat>Personalizar</PresentationFormat>
  <Paragraphs>1161</Paragraphs>
  <Slides>44</Slides>
  <Notes>26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44</vt:i4>
      </vt:variant>
    </vt:vector>
  </HeadingPairs>
  <TitlesOfParts>
    <vt:vector size="46" baseType="lpstr">
      <vt:lpstr>Neographene Green Theme</vt:lpstr>
      <vt:lpstr>1_Neographene Green Theme</vt:lpstr>
      <vt:lpstr>Balanço de massa – Campanha Ana</vt:lpstr>
      <vt:lpstr>TESTE DE VALIDAÇÃO DO SILVERSON</vt:lpstr>
      <vt:lpstr>Slide 3</vt:lpstr>
      <vt:lpstr>TESTE CAMPO G DO SILVERSON</vt:lpstr>
      <vt:lpstr>Slide 5</vt:lpstr>
      <vt:lpstr>AUMENTO DE CARGA 75 g/L DO SILVERSON</vt:lpstr>
      <vt:lpstr>Slide 7</vt:lpstr>
      <vt:lpstr>AUMENTO DE CARGA 100 g/L DO SILVERSON 12 HORAS</vt:lpstr>
      <vt:lpstr>Slide 9</vt:lpstr>
      <vt:lpstr>AUMENTO DE CARGA 100 g/L DO SILVERSON 10 HORAS</vt:lpstr>
      <vt:lpstr>Slide 11</vt:lpstr>
      <vt:lpstr>AUMENTO DE CARGA 100 g/L DO SILVERSON 10 HORAS</vt:lpstr>
      <vt:lpstr>Slide 13</vt:lpstr>
      <vt:lpstr>Balanço de massa – Campanha Duda</vt:lpstr>
      <vt:lpstr>AUMENTO DE CARGA 100 g/L DO KonMix 5 HORAS</vt:lpstr>
      <vt:lpstr>Slide 16</vt:lpstr>
      <vt:lpstr>AUMENTO DE CARGA 100 g/L DO KonMix 5 HORAS – Decanter 50 L/h</vt:lpstr>
      <vt:lpstr>Slide 18</vt:lpstr>
      <vt:lpstr>AUMENTO DE CARGA 100 g/L DO KonMix 5 HORAS – Decanter 30 L/h</vt:lpstr>
      <vt:lpstr>Slide 20</vt:lpstr>
      <vt:lpstr>AUMENTO DE CARGA 100 g/L DO KonMix 5 HORAS (NH4OH)</vt:lpstr>
      <vt:lpstr>Slide 22</vt:lpstr>
      <vt:lpstr>AUMENTO DE CARGA 100 g/L DO KonMix 5 HORAS (NaOH)</vt:lpstr>
      <vt:lpstr>Slide 24</vt:lpstr>
      <vt:lpstr>LOTE 50 g/L KonMix 24 HORAS – Decanter/Decanter</vt:lpstr>
      <vt:lpstr>Slide 26</vt:lpstr>
      <vt:lpstr>LOTE 100 g/L KonMix 88 HORAS – Estática/Discos</vt:lpstr>
      <vt:lpstr>Slide 28</vt:lpstr>
      <vt:lpstr>LOTE 50 g/L KonMix 24 HORAS – Decanter/Decanter</vt:lpstr>
      <vt:lpstr>Slide 30</vt:lpstr>
      <vt:lpstr>LOTE 50 g/L KonMix 24 HORAS – Decanter/Decanter</vt:lpstr>
      <vt:lpstr>Slide 32</vt:lpstr>
      <vt:lpstr>Balanço de massa – Campanha Nicolas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A. Martins</dc:creator>
  <cp:lastModifiedBy>lucas.chaves</cp:lastModifiedBy>
  <cp:revision>989</cp:revision>
  <dcterms:modified xsi:type="dcterms:W3CDTF">2022-03-07T17:03:50Z</dcterms:modified>
</cp:coreProperties>
</file>